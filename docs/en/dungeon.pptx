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Lst>
  <p:sldSz cy="6858000" cx="9144000"/>
  <p:notesSz cx="6858000" cy="9144000"/>
  <p:embeddedFontLst>
    <p:embeddedFont>
      <p:font typeface="Overlock"/>
      <p:regular r:id="rId9"/>
      <p:bold r:id="rId10"/>
      <p:italic r:id="rId11"/>
      <p:boldItalic r:id="rId12"/>
    </p:embeddedFont>
    <p:embeddedFont>
      <p:font typeface="Libre Franklin"/>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7" roundtripDataSignature="AMtx7mg9ffgS9yKjpQ75TcU9QrjFD5WL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831594-4707-4841-BFE6-567484BB8A03}">
  <a:tblStyle styleId="{B7831594-4707-4841-BFE6-567484BB8A0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verlock-italic.fntdata"/><Relationship Id="rId10" Type="http://schemas.openxmlformats.org/officeDocument/2006/relationships/font" Target="fonts/Overlock-bold.fntdata"/><Relationship Id="rId13" Type="http://schemas.openxmlformats.org/officeDocument/2006/relationships/font" Target="fonts/LibreFranklin-regular.fntdata"/><Relationship Id="rId12" Type="http://schemas.openxmlformats.org/officeDocument/2006/relationships/font" Target="fonts/Overloc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Overlock-regular.fntdata"/><Relationship Id="rId15" Type="http://schemas.openxmlformats.org/officeDocument/2006/relationships/font" Target="fonts/LibreFranklin-italic.fntdata"/><Relationship Id="rId14" Type="http://schemas.openxmlformats.org/officeDocument/2006/relationships/font" Target="fonts/LibreFranklin-bold.fntdata"/><Relationship Id="rId17" Type="http://customschemas.google.com/relationships/presentationmetadata" Target="metadata"/><Relationship Id="rId16" Type="http://schemas.openxmlformats.org/officeDocument/2006/relationships/font" Target="fonts/LibreFranklin-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4"/>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4"/>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creativecommons.org/licenses/by-sa/3.0/"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aphicFrame>
        <p:nvGraphicFramePr>
          <p:cNvPr id="84" name="Google Shape;84;p1"/>
          <p:cNvGraphicFramePr/>
          <p:nvPr/>
        </p:nvGraphicFramePr>
        <p:xfrm>
          <a:off x="1492469" y="6280971"/>
          <a:ext cx="3000000" cy="3000000"/>
        </p:xfrm>
        <a:graphic>
          <a:graphicData uri="http://schemas.openxmlformats.org/drawingml/2006/table">
            <a:tbl>
              <a:tblPr bandRow="1" firstRow="1">
                <a:noFill/>
                <a:tableStyleId>{B7831594-4707-4841-BFE6-567484BB8A03}</a:tableStyleId>
              </a:tblPr>
              <a:tblGrid>
                <a:gridCol w="894425"/>
                <a:gridCol w="894425"/>
                <a:gridCol w="894425"/>
                <a:gridCol w="894425"/>
                <a:gridCol w="894425"/>
              </a:tblGrid>
              <a:tr h="229475">
                <a:tc>
                  <a:txBody>
                    <a:bodyPr/>
                    <a:lstStyle/>
                    <a:p>
                      <a:pPr indent="0" lvl="0" marL="0" marR="0" rtl="0" algn="ctr">
                        <a:spcBef>
                          <a:spcPts val="0"/>
                        </a:spcBef>
                        <a:spcAft>
                          <a:spcPts val="0"/>
                        </a:spcAft>
                        <a:buNone/>
                      </a:pPr>
                      <a:r>
                        <a:rPr b="0" lang="en-GB" sz="1200" u="none" cap="none" strike="noStrike">
                          <a:solidFill>
                            <a:schemeClr val="dk1"/>
                          </a:solidFill>
                          <a:latin typeface="Calibri"/>
                          <a:ea typeface="Calibri"/>
                          <a:cs typeface="Calibri"/>
                          <a:sym typeface="Calibri"/>
                        </a:rPr>
                        <a:t>26</a:t>
                      </a:r>
                      <a:endParaRPr b="0" sz="1800" u="none" cap="none" strike="noStrike">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Calibri"/>
                          <a:ea typeface="Calibri"/>
                          <a:cs typeface="Calibri"/>
                          <a:sym typeface="Calibri"/>
                        </a:rPr>
                        <a:t>26</a:t>
                      </a:r>
                      <a:endParaRPr b="0" sz="1800" u="none" cap="none" strike="noStrike">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Calibri"/>
                          <a:ea typeface="Calibri"/>
                          <a:cs typeface="Calibri"/>
                          <a:sym typeface="Calibri"/>
                        </a:rPr>
                        <a:t>26          </a:t>
                      </a:r>
                      <a:endParaRPr b="0" sz="1800" u="none" cap="none" strike="noStrike">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Calibri"/>
                          <a:ea typeface="Calibri"/>
                          <a:cs typeface="Calibri"/>
                          <a:sym typeface="Calibri"/>
                        </a:rPr>
                        <a:t>26  </a:t>
                      </a:r>
                      <a:endParaRPr b="0" sz="1800" u="none" cap="none" strike="noStrike">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Calibri"/>
                          <a:ea typeface="Calibri"/>
                          <a:cs typeface="Calibri"/>
                          <a:sym typeface="Calibri"/>
                        </a:rPr>
                        <a:t>26</a:t>
                      </a:r>
                      <a:endParaRPr b="0" sz="1800" u="none" cap="none" strike="noStrike">
                        <a:solidFill>
                          <a:schemeClr val="dk1"/>
                        </a:solidFill>
                        <a:latin typeface="Calibri"/>
                        <a:ea typeface="Calibri"/>
                        <a:cs typeface="Calibri"/>
                        <a:sym typeface="Calibri"/>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85" name="Google Shape;85;p1"/>
          <p:cNvGrpSpPr/>
          <p:nvPr/>
        </p:nvGrpSpPr>
        <p:grpSpPr>
          <a:xfrm rot="-5400000">
            <a:off x="418757" y="1496956"/>
            <a:ext cx="70011" cy="84774"/>
            <a:chOff x="9948863" y="1583531"/>
            <a:chExt cx="88106" cy="78582"/>
          </a:xfrm>
        </p:grpSpPr>
        <p:sp>
          <p:nvSpPr>
            <p:cNvPr id="86" name="Google Shape;86;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87" name="Google Shape;87;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88" name="Google Shape;88;p1"/>
          <p:cNvGrpSpPr/>
          <p:nvPr/>
        </p:nvGrpSpPr>
        <p:grpSpPr>
          <a:xfrm flipH="1" rot="-5400000">
            <a:off x="621780" y="1498238"/>
            <a:ext cx="71009" cy="83208"/>
            <a:chOff x="9948863" y="1583531"/>
            <a:chExt cx="88106" cy="78582"/>
          </a:xfrm>
        </p:grpSpPr>
        <p:sp>
          <p:nvSpPr>
            <p:cNvPr id="89" name="Google Shape;89;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90" name="Google Shape;90;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91" name="Google Shape;91;p1"/>
          <p:cNvGrpSpPr/>
          <p:nvPr/>
        </p:nvGrpSpPr>
        <p:grpSpPr>
          <a:xfrm rot="10800000">
            <a:off x="418758" y="1640972"/>
            <a:ext cx="70011" cy="84774"/>
            <a:chOff x="9948863" y="1583531"/>
            <a:chExt cx="88106" cy="78582"/>
          </a:xfrm>
        </p:grpSpPr>
        <p:sp>
          <p:nvSpPr>
            <p:cNvPr id="92" name="Google Shape;92;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93" name="Google Shape;93;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94" name="Google Shape;94;p1"/>
          <p:cNvGrpSpPr/>
          <p:nvPr/>
        </p:nvGrpSpPr>
        <p:grpSpPr>
          <a:xfrm flipH="1" rot="10800000">
            <a:off x="621781" y="1642254"/>
            <a:ext cx="71009" cy="83208"/>
            <a:chOff x="9948863" y="1583531"/>
            <a:chExt cx="88106" cy="78582"/>
          </a:xfrm>
        </p:grpSpPr>
        <p:sp>
          <p:nvSpPr>
            <p:cNvPr id="95" name="Google Shape;95;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96" name="Google Shape;96;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97" name="Google Shape;97;p1"/>
          <p:cNvGrpSpPr/>
          <p:nvPr/>
        </p:nvGrpSpPr>
        <p:grpSpPr>
          <a:xfrm>
            <a:off x="418758" y="1352940"/>
            <a:ext cx="70011" cy="84774"/>
            <a:chOff x="9948863" y="1583531"/>
            <a:chExt cx="88106" cy="78582"/>
          </a:xfrm>
        </p:grpSpPr>
        <p:sp>
          <p:nvSpPr>
            <p:cNvPr id="98" name="Google Shape;98;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99" name="Google Shape;99;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00" name="Google Shape;100;p1"/>
          <p:cNvGrpSpPr/>
          <p:nvPr/>
        </p:nvGrpSpPr>
        <p:grpSpPr>
          <a:xfrm flipH="1">
            <a:off x="621781" y="1354222"/>
            <a:ext cx="71009" cy="83208"/>
            <a:chOff x="9948863" y="1583531"/>
            <a:chExt cx="88106" cy="78582"/>
          </a:xfrm>
        </p:grpSpPr>
        <p:sp>
          <p:nvSpPr>
            <p:cNvPr id="101" name="Google Shape;101;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102" name="Google Shape;102;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03" name="Google Shape;103;p1"/>
          <p:cNvGrpSpPr/>
          <p:nvPr/>
        </p:nvGrpSpPr>
        <p:grpSpPr>
          <a:xfrm rot="5400000">
            <a:off x="418759" y="1208924"/>
            <a:ext cx="70011" cy="84774"/>
            <a:chOff x="9948863" y="1583531"/>
            <a:chExt cx="88106" cy="78582"/>
          </a:xfrm>
        </p:grpSpPr>
        <p:sp>
          <p:nvSpPr>
            <p:cNvPr id="104" name="Google Shape;104;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105" name="Google Shape;105;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06" name="Google Shape;106;p1"/>
          <p:cNvGrpSpPr/>
          <p:nvPr/>
        </p:nvGrpSpPr>
        <p:grpSpPr>
          <a:xfrm flipH="1" rot="5400000">
            <a:off x="621782" y="1210206"/>
            <a:ext cx="71009" cy="83208"/>
            <a:chOff x="9948863" y="1583531"/>
            <a:chExt cx="88106" cy="78582"/>
          </a:xfrm>
        </p:grpSpPr>
        <p:sp>
          <p:nvSpPr>
            <p:cNvPr id="107" name="Google Shape;107;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cxnSp>
          <p:nvCxnSpPr>
            <p:cNvPr id="108" name="Google Shape;108;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sp>
        <p:nvSpPr>
          <p:cNvPr id="109" name="Google Shape;109;p1"/>
          <p:cNvSpPr/>
          <p:nvPr/>
        </p:nvSpPr>
        <p:spPr>
          <a:xfrm>
            <a:off x="5955034" y="1523494"/>
            <a:ext cx="175299" cy="175299"/>
          </a:xfrm>
          <a:prstGeom prst="ellipse">
            <a:avLst/>
          </a:prstGeom>
          <a:blipFill rotWithShape="1">
            <a:blip r:embed="rId3">
              <a:alphaModFix/>
            </a:blip>
            <a:tile algn="tl" flip="none" tx="0" sx="100000" ty="0" sy="100000"/>
          </a:blipFill>
          <a:ln cap="flat" cmpd="thickThin"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nvGrpSpPr>
          <p:cNvPr id="110" name="Google Shape;110;p1"/>
          <p:cNvGrpSpPr/>
          <p:nvPr/>
        </p:nvGrpSpPr>
        <p:grpSpPr>
          <a:xfrm>
            <a:off x="4008695" y="1484802"/>
            <a:ext cx="180024" cy="45719"/>
            <a:chOff x="3960610" y="2430264"/>
            <a:chExt cx="720096" cy="90012"/>
          </a:xfrm>
        </p:grpSpPr>
        <p:sp>
          <p:nvSpPr>
            <p:cNvPr id="111" name="Google Shape;111;p1"/>
            <p:cNvSpPr/>
            <p:nvPr/>
          </p:nvSpPr>
          <p:spPr>
            <a:xfrm>
              <a:off x="396061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2" name="Google Shape;112;p1"/>
            <p:cNvSpPr/>
            <p:nvPr/>
          </p:nvSpPr>
          <p:spPr>
            <a:xfrm>
              <a:off x="405062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3" name="Google Shape;113;p1"/>
            <p:cNvSpPr/>
            <p:nvPr/>
          </p:nvSpPr>
          <p:spPr>
            <a:xfrm>
              <a:off x="414063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4" name="Google Shape;114;p1"/>
            <p:cNvSpPr/>
            <p:nvPr/>
          </p:nvSpPr>
          <p:spPr>
            <a:xfrm>
              <a:off x="4230646"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5" name="Google Shape;115;p1"/>
            <p:cNvSpPr/>
            <p:nvPr/>
          </p:nvSpPr>
          <p:spPr>
            <a:xfrm>
              <a:off x="4320658"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6" name="Google Shape;116;p1"/>
            <p:cNvSpPr/>
            <p:nvPr/>
          </p:nvSpPr>
          <p:spPr>
            <a:xfrm>
              <a:off x="441067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7" name="Google Shape;117;p1"/>
            <p:cNvSpPr/>
            <p:nvPr/>
          </p:nvSpPr>
          <p:spPr>
            <a:xfrm>
              <a:off x="450068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8" name="Google Shape;118;p1"/>
            <p:cNvSpPr/>
            <p:nvPr/>
          </p:nvSpPr>
          <p:spPr>
            <a:xfrm>
              <a:off x="459069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grpSp>
        <p:nvGrpSpPr>
          <p:cNvPr id="119" name="Google Shape;119;p1"/>
          <p:cNvGrpSpPr/>
          <p:nvPr/>
        </p:nvGrpSpPr>
        <p:grpSpPr>
          <a:xfrm>
            <a:off x="5658488" y="1089840"/>
            <a:ext cx="144016" cy="144016"/>
            <a:chOff x="7092280" y="908720"/>
            <a:chExt cx="144016" cy="144016"/>
          </a:xfrm>
        </p:grpSpPr>
        <p:sp>
          <p:nvSpPr>
            <p:cNvPr id="120" name="Google Shape;120;p1"/>
            <p:cNvSpPr/>
            <p:nvPr/>
          </p:nvSpPr>
          <p:spPr>
            <a:xfrm>
              <a:off x="7092280" y="908720"/>
              <a:ext cx="144016" cy="144016"/>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1"/>
            <p:cNvSpPr/>
            <p:nvPr/>
          </p:nvSpPr>
          <p:spPr>
            <a:xfrm>
              <a:off x="7130947" y="942624"/>
              <a:ext cx="72008" cy="72008"/>
            </a:xfrm>
            <a:prstGeom prst="star5">
              <a:avLst>
                <a:gd fmla="val 19098" name="adj"/>
                <a:gd fmla="val 105146" name="hf"/>
                <a:gd fmla="val 110557" name="vf"/>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grpSp>
        <p:nvGrpSpPr>
          <p:cNvPr id="122" name="Google Shape;122;p1"/>
          <p:cNvGrpSpPr/>
          <p:nvPr/>
        </p:nvGrpSpPr>
        <p:grpSpPr>
          <a:xfrm>
            <a:off x="7632391" y="1003959"/>
            <a:ext cx="90000" cy="92956"/>
            <a:chOff x="7596320" y="764704"/>
            <a:chExt cx="144032" cy="148763"/>
          </a:xfrm>
        </p:grpSpPr>
        <p:sp>
          <p:nvSpPr>
            <p:cNvPr id="123" name="Google Shape;123;p1"/>
            <p:cNvSpPr/>
            <p:nvPr/>
          </p:nvSpPr>
          <p:spPr>
            <a:xfrm>
              <a:off x="7596336" y="764704"/>
              <a:ext cx="144016" cy="144016"/>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24" name="Google Shape;124;p1"/>
            <p:cNvCxnSpPr/>
            <p:nvPr/>
          </p:nvCxnSpPr>
          <p:spPr>
            <a:xfrm flipH="1" rot="-5400000">
              <a:off x="7596336" y="764704"/>
              <a:ext cx="144016" cy="144016"/>
            </a:xfrm>
            <a:prstGeom prst="straightConnector1">
              <a:avLst/>
            </a:prstGeom>
            <a:noFill/>
            <a:ln cap="flat" cmpd="sng" w="9525">
              <a:solidFill>
                <a:schemeClr val="dk1"/>
              </a:solidFill>
              <a:prstDash val="solid"/>
              <a:round/>
              <a:headEnd len="sm" w="sm" type="none"/>
              <a:tailEnd len="sm" w="sm" type="none"/>
            </a:ln>
          </p:spPr>
        </p:cxnSp>
        <p:cxnSp>
          <p:nvCxnSpPr>
            <p:cNvPr id="125" name="Google Shape;125;p1"/>
            <p:cNvCxnSpPr/>
            <p:nvPr/>
          </p:nvCxnSpPr>
          <p:spPr>
            <a:xfrm flipH="1" rot="10800000">
              <a:off x="7596320" y="769451"/>
              <a:ext cx="144016" cy="144016"/>
            </a:xfrm>
            <a:prstGeom prst="straightConnector1">
              <a:avLst/>
            </a:prstGeom>
            <a:noFill/>
            <a:ln cap="flat" cmpd="sng" w="9525">
              <a:solidFill>
                <a:schemeClr val="dk1"/>
              </a:solidFill>
              <a:prstDash val="solid"/>
              <a:round/>
              <a:headEnd len="sm" w="sm" type="none"/>
              <a:tailEnd len="sm" w="sm" type="none"/>
            </a:ln>
          </p:spPr>
        </p:cxnSp>
      </p:grpSp>
      <p:grpSp>
        <p:nvGrpSpPr>
          <p:cNvPr id="126" name="Google Shape;126;p1"/>
          <p:cNvGrpSpPr/>
          <p:nvPr/>
        </p:nvGrpSpPr>
        <p:grpSpPr>
          <a:xfrm rot="10800000">
            <a:off x="4391977" y="1484802"/>
            <a:ext cx="180024" cy="45719"/>
            <a:chOff x="3960610" y="2430264"/>
            <a:chExt cx="720096" cy="90012"/>
          </a:xfrm>
        </p:grpSpPr>
        <p:sp>
          <p:nvSpPr>
            <p:cNvPr id="127" name="Google Shape;127;p1"/>
            <p:cNvSpPr/>
            <p:nvPr/>
          </p:nvSpPr>
          <p:spPr>
            <a:xfrm>
              <a:off x="396061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 name="Google Shape;128;p1"/>
            <p:cNvSpPr/>
            <p:nvPr/>
          </p:nvSpPr>
          <p:spPr>
            <a:xfrm>
              <a:off x="405062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9" name="Google Shape;129;p1"/>
            <p:cNvSpPr/>
            <p:nvPr/>
          </p:nvSpPr>
          <p:spPr>
            <a:xfrm>
              <a:off x="414063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 name="Google Shape;130;p1"/>
            <p:cNvSpPr/>
            <p:nvPr/>
          </p:nvSpPr>
          <p:spPr>
            <a:xfrm>
              <a:off x="4230646"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1" name="Google Shape;131;p1"/>
            <p:cNvSpPr/>
            <p:nvPr/>
          </p:nvSpPr>
          <p:spPr>
            <a:xfrm>
              <a:off x="4320658"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 name="Google Shape;132;p1"/>
            <p:cNvSpPr/>
            <p:nvPr/>
          </p:nvSpPr>
          <p:spPr>
            <a:xfrm>
              <a:off x="441067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3" name="Google Shape;133;p1"/>
            <p:cNvSpPr/>
            <p:nvPr/>
          </p:nvSpPr>
          <p:spPr>
            <a:xfrm>
              <a:off x="450068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4" name="Google Shape;134;p1"/>
            <p:cNvSpPr/>
            <p:nvPr/>
          </p:nvSpPr>
          <p:spPr>
            <a:xfrm>
              <a:off x="459069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sp>
        <p:nvSpPr>
          <p:cNvPr id="135" name="Google Shape;135;p1"/>
          <p:cNvSpPr txBox="1"/>
          <p:nvPr/>
        </p:nvSpPr>
        <p:spPr>
          <a:xfrm>
            <a:off x="683568" y="600901"/>
            <a:ext cx="11521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400" u="none" cap="none" strike="noStrike">
                <a:solidFill>
                  <a:schemeClr val="dk1"/>
                </a:solidFill>
                <a:latin typeface="Overlock"/>
                <a:ea typeface="Overlock"/>
                <a:cs typeface="Overlock"/>
                <a:sym typeface="Overlock"/>
              </a:rPr>
              <a:t>Doors</a:t>
            </a:r>
            <a:endParaRPr sz="1400">
              <a:solidFill>
                <a:schemeClr val="dk1"/>
              </a:solidFill>
              <a:latin typeface="Overlock"/>
              <a:ea typeface="Overlock"/>
              <a:cs typeface="Overlock"/>
              <a:sym typeface="Overlock"/>
            </a:endParaRPr>
          </a:p>
        </p:txBody>
      </p:sp>
      <p:sp>
        <p:nvSpPr>
          <p:cNvPr id="136" name="Google Shape;136;p1"/>
          <p:cNvSpPr txBox="1"/>
          <p:nvPr/>
        </p:nvSpPr>
        <p:spPr>
          <a:xfrm>
            <a:off x="251520" y="908678"/>
            <a:ext cx="72008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Hinged</a:t>
            </a:r>
            <a:endParaRPr sz="1200">
              <a:solidFill>
                <a:schemeClr val="dk1"/>
              </a:solidFill>
              <a:latin typeface="Overlock"/>
              <a:ea typeface="Overlock"/>
              <a:cs typeface="Overlock"/>
              <a:sym typeface="Overlock"/>
            </a:endParaRPr>
          </a:p>
        </p:txBody>
      </p:sp>
      <p:sp>
        <p:nvSpPr>
          <p:cNvPr id="137" name="Google Shape;137;p1"/>
          <p:cNvSpPr txBox="1"/>
          <p:nvPr/>
        </p:nvSpPr>
        <p:spPr>
          <a:xfrm>
            <a:off x="3815931" y="600901"/>
            <a:ext cx="165618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Overlock"/>
                <a:ea typeface="Overlock"/>
                <a:cs typeface="Overlock"/>
                <a:sym typeface="Overlock"/>
              </a:rPr>
              <a:t>Off-map edges</a:t>
            </a:r>
            <a:endParaRPr sz="1400">
              <a:solidFill>
                <a:schemeClr val="dk1"/>
              </a:solidFill>
              <a:latin typeface="Overlock"/>
              <a:ea typeface="Overlock"/>
              <a:cs typeface="Overlock"/>
              <a:sym typeface="Overlock"/>
            </a:endParaRPr>
          </a:p>
        </p:txBody>
      </p:sp>
      <p:sp>
        <p:nvSpPr>
          <p:cNvPr id="138" name="Google Shape;138;p1"/>
          <p:cNvSpPr txBox="1"/>
          <p:nvPr/>
        </p:nvSpPr>
        <p:spPr>
          <a:xfrm>
            <a:off x="5868144" y="600901"/>
            <a:ext cx="16561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Overlock"/>
                <a:ea typeface="Overlock"/>
                <a:cs typeface="Overlock"/>
                <a:sym typeface="Overlock"/>
              </a:rPr>
              <a:t>Features</a:t>
            </a:r>
            <a:endParaRPr sz="1400">
              <a:solidFill>
                <a:schemeClr val="dk1"/>
              </a:solidFill>
              <a:latin typeface="Overlock"/>
              <a:ea typeface="Overlock"/>
              <a:cs typeface="Overlock"/>
              <a:sym typeface="Overlock"/>
            </a:endParaRPr>
          </a:p>
        </p:txBody>
      </p:sp>
      <p:sp>
        <p:nvSpPr>
          <p:cNvPr id="139" name="Google Shape;139;p1"/>
          <p:cNvSpPr txBox="1"/>
          <p:nvPr/>
        </p:nvSpPr>
        <p:spPr>
          <a:xfrm>
            <a:off x="971600" y="908678"/>
            <a:ext cx="72008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Double</a:t>
            </a:r>
            <a:endParaRPr sz="1200">
              <a:solidFill>
                <a:schemeClr val="dk1"/>
              </a:solidFill>
              <a:latin typeface="Overlock"/>
              <a:ea typeface="Overlock"/>
              <a:cs typeface="Overlock"/>
              <a:sym typeface="Overlock"/>
            </a:endParaRPr>
          </a:p>
        </p:txBody>
      </p:sp>
      <p:sp>
        <p:nvSpPr>
          <p:cNvPr id="140" name="Google Shape;140;p1"/>
          <p:cNvSpPr txBox="1"/>
          <p:nvPr/>
        </p:nvSpPr>
        <p:spPr>
          <a:xfrm>
            <a:off x="545771" y="4268705"/>
            <a:ext cx="11521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Windows</a:t>
            </a:r>
            <a:endParaRPr sz="1200">
              <a:solidFill>
                <a:schemeClr val="dk1"/>
              </a:solidFill>
              <a:latin typeface="Overlock"/>
              <a:ea typeface="Overlock"/>
              <a:cs typeface="Overlock"/>
              <a:sym typeface="Overlock"/>
            </a:endParaRPr>
          </a:p>
        </p:txBody>
      </p:sp>
      <p:sp>
        <p:nvSpPr>
          <p:cNvPr id="141" name="Google Shape;141;p1"/>
          <p:cNvSpPr txBox="1"/>
          <p:nvPr/>
        </p:nvSpPr>
        <p:spPr>
          <a:xfrm>
            <a:off x="6225458" y="1485394"/>
            <a:ext cx="165618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Well (with water)</a:t>
            </a:r>
            <a:endParaRPr sz="1200">
              <a:solidFill>
                <a:schemeClr val="dk1"/>
              </a:solidFill>
              <a:latin typeface="Overlock"/>
              <a:ea typeface="Overlock"/>
              <a:cs typeface="Overlock"/>
              <a:sym typeface="Overlock"/>
            </a:endParaRPr>
          </a:p>
        </p:txBody>
      </p:sp>
      <p:sp>
        <p:nvSpPr>
          <p:cNvPr id="142" name="Google Shape;142;p1"/>
          <p:cNvSpPr txBox="1"/>
          <p:nvPr/>
        </p:nvSpPr>
        <p:spPr>
          <a:xfrm>
            <a:off x="7807569" y="858004"/>
            <a:ext cx="1336431" cy="16850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GB" sz="1150">
                <a:solidFill>
                  <a:schemeClr val="dk1"/>
                </a:solidFill>
                <a:latin typeface="Overlock"/>
                <a:ea typeface="Overlock"/>
                <a:cs typeface="Overlock"/>
                <a:sym typeface="Overlock"/>
              </a:rPr>
              <a:t>Pit (covered)</a:t>
            </a:r>
            <a:endParaRPr/>
          </a:p>
          <a:p>
            <a:pPr indent="0" lvl="0" marL="0" marR="0" rtl="0" algn="l">
              <a:lnSpc>
                <a:spcPct val="150000"/>
              </a:lnSpc>
              <a:spcBef>
                <a:spcPts val="0"/>
              </a:spcBef>
              <a:spcAft>
                <a:spcPts val="0"/>
              </a:spcAft>
              <a:buNone/>
            </a:pPr>
            <a:r>
              <a:rPr lang="en-GB" sz="1150">
                <a:solidFill>
                  <a:schemeClr val="dk1"/>
                </a:solidFill>
                <a:latin typeface="Overlock"/>
                <a:ea typeface="Overlock"/>
                <a:cs typeface="Overlock"/>
                <a:sym typeface="Overlock"/>
              </a:rPr>
              <a:t>Trapdoor</a:t>
            </a:r>
            <a:endParaRPr/>
          </a:p>
          <a:p>
            <a:pPr indent="0" lvl="0" marL="0" marR="0" rtl="0" algn="l">
              <a:lnSpc>
                <a:spcPct val="150000"/>
              </a:lnSpc>
              <a:spcBef>
                <a:spcPts val="0"/>
              </a:spcBef>
              <a:spcAft>
                <a:spcPts val="0"/>
              </a:spcAft>
              <a:buNone/>
            </a:pPr>
            <a:r>
              <a:rPr lang="en-GB" sz="1150">
                <a:solidFill>
                  <a:schemeClr val="dk1"/>
                </a:solidFill>
                <a:latin typeface="Overlock"/>
                <a:ea typeface="Overlock"/>
                <a:cs typeface="Overlock"/>
                <a:sym typeface="Overlock"/>
              </a:rPr>
              <a:t>Secret trapdoor</a:t>
            </a:r>
            <a:endParaRPr/>
          </a:p>
          <a:p>
            <a:pPr indent="0" lvl="0" marL="0" marR="0" rtl="0" algn="l">
              <a:lnSpc>
                <a:spcPct val="150000"/>
              </a:lnSpc>
              <a:spcBef>
                <a:spcPts val="0"/>
              </a:spcBef>
              <a:spcAft>
                <a:spcPts val="0"/>
              </a:spcAft>
              <a:buNone/>
            </a:pPr>
            <a:r>
              <a:rPr lang="en-GB" sz="1150">
                <a:solidFill>
                  <a:schemeClr val="dk1"/>
                </a:solidFill>
                <a:latin typeface="Overlock"/>
                <a:ea typeface="Overlock"/>
                <a:cs typeface="Overlock"/>
                <a:sym typeface="Overlock"/>
              </a:rPr>
              <a:t>Covered trapdoor</a:t>
            </a:r>
            <a:endParaRPr/>
          </a:p>
          <a:p>
            <a:pPr indent="0" lvl="0" marL="0" marR="0" rtl="0" algn="l">
              <a:lnSpc>
                <a:spcPct val="150000"/>
              </a:lnSpc>
              <a:spcBef>
                <a:spcPts val="0"/>
              </a:spcBef>
              <a:spcAft>
                <a:spcPts val="0"/>
              </a:spcAft>
              <a:buNone/>
            </a:pPr>
            <a:r>
              <a:rPr lang="en-GB" sz="1150">
                <a:solidFill>
                  <a:schemeClr val="dk1"/>
                </a:solidFill>
                <a:latin typeface="Overlock"/>
                <a:ea typeface="Overlock"/>
                <a:cs typeface="Overlock"/>
                <a:sym typeface="Overlock"/>
              </a:rPr>
              <a:t>Trapdoor (ceiling)</a:t>
            </a:r>
            <a:endParaRPr/>
          </a:p>
          <a:p>
            <a:pPr indent="0" lvl="0" marL="0" marR="0" rtl="0" algn="l">
              <a:lnSpc>
                <a:spcPct val="150000"/>
              </a:lnSpc>
              <a:spcBef>
                <a:spcPts val="0"/>
              </a:spcBef>
              <a:spcAft>
                <a:spcPts val="0"/>
              </a:spcAft>
              <a:buNone/>
            </a:pPr>
            <a:r>
              <a:rPr lang="en-GB" sz="1150">
                <a:solidFill>
                  <a:schemeClr val="dk1"/>
                </a:solidFill>
                <a:latin typeface="Overlock"/>
                <a:ea typeface="Overlock"/>
                <a:cs typeface="Overlock"/>
                <a:sym typeface="Overlock"/>
              </a:rPr>
              <a:t>Trap</a:t>
            </a:r>
            <a:endParaRPr/>
          </a:p>
        </p:txBody>
      </p:sp>
      <p:sp>
        <p:nvSpPr>
          <p:cNvPr id="143" name="Google Shape;143;p1"/>
          <p:cNvSpPr txBox="1"/>
          <p:nvPr/>
        </p:nvSpPr>
        <p:spPr>
          <a:xfrm>
            <a:off x="6235193" y="991998"/>
            <a:ext cx="122413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Statues</a:t>
            </a:r>
            <a:endParaRPr sz="1200">
              <a:solidFill>
                <a:schemeClr val="dk1"/>
              </a:solidFill>
              <a:latin typeface="Overlock"/>
              <a:ea typeface="Overlock"/>
              <a:cs typeface="Overlock"/>
              <a:sym typeface="Overlock"/>
            </a:endParaRPr>
          </a:p>
        </p:txBody>
      </p:sp>
      <p:sp>
        <p:nvSpPr>
          <p:cNvPr id="144" name="Google Shape;144;p1"/>
          <p:cNvSpPr txBox="1"/>
          <p:nvPr/>
        </p:nvSpPr>
        <p:spPr>
          <a:xfrm>
            <a:off x="3743923" y="908678"/>
            <a:ext cx="1728192" cy="4154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50">
                <a:solidFill>
                  <a:schemeClr val="dk1"/>
                </a:solidFill>
                <a:latin typeface="Overlock"/>
                <a:ea typeface="Overlock"/>
                <a:cs typeface="Overlock"/>
                <a:sym typeface="Overlock"/>
              </a:rPr>
              <a:t>Use to end passages leading off map.</a:t>
            </a:r>
            <a:endParaRPr sz="1050">
              <a:solidFill>
                <a:schemeClr val="dk1"/>
              </a:solidFill>
              <a:latin typeface="Overlock"/>
              <a:ea typeface="Overlock"/>
              <a:cs typeface="Overlock"/>
              <a:sym typeface="Overlock"/>
            </a:endParaRPr>
          </a:p>
        </p:txBody>
      </p:sp>
      <p:sp>
        <p:nvSpPr>
          <p:cNvPr id="145" name="Google Shape;145;p1"/>
          <p:cNvSpPr/>
          <p:nvPr/>
        </p:nvSpPr>
        <p:spPr>
          <a:xfrm>
            <a:off x="5833372" y="1960419"/>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1"/>
          <p:cNvSpPr/>
          <p:nvPr/>
        </p:nvSpPr>
        <p:spPr>
          <a:xfrm>
            <a:off x="5985772" y="1960419"/>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
          <p:cNvSpPr/>
          <p:nvPr/>
        </p:nvSpPr>
        <p:spPr>
          <a:xfrm>
            <a:off x="6138172" y="1960419"/>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1"/>
          <p:cNvSpPr txBox="1"/>
          <p:nvPr/>
        </p:nvSpPr>
        <p:spPr>
          <a:xfrm>
            <a:off x="6228184" y="1845440"/>
            <a:ext cx="122413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Columns</a:t>
            </a:r>
            <a:endParaRPr sz="1200">
              <a:solidFill>
                <a:schemeClr val="dk1"/>
              </a:solidFill>
              <a:latin typeface="Overlock"/>
              <a:ea typeface="Overlock"/>
              <a:cs typeface="Overlock"/>
              <a:sym typeface="Overlock"/>
            </a:endParaRPr>
          </a:p>
        </p:txBody>
      </p:sp>
      <p:sp>
        <p:nvSpPr>
          <p:cNvPr id="149" name="Google Shape;149;p1"/>
          <p:cNvSpPr/>
          <p:nvPr/>
        </p:nvSpPr>
        <p:spPr>
          <a:xfrm>
            <a:off x="5963600" y="2313531"/>
            <a:ext cx="175299" cy="175299"/>
          </a:xfrm>
          <a:prstGeom prst="ellipse">
            <a:avLst/>
          </a:prstGeom>
          <a:solidFill>
            <a:schemeClr val="lt1"/>
          </a:solidFill>
          <a:ln cap="flat" cmpd="sng" w="190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1"/>
          <p:cNvSpPr txBox="1"/>
          <p:nvPr/>
        </p:nvSpPr>
        <p:spPr>
          <a:xfrm>
            <a:off x="6192207" y="2241523"/>
            <a:ext cx="216024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Shaft exit (ceiling)</a:t>
            </a:r>
            <a:endParaRPr sz="1200">
              <a:solidFill>
                <a:schemeClr val="dk1"/>
              </a:solidFill>
              <a:latin typeface="Overlock"/>
              <a:ea typeface="Overlock"/>
              <a:cs typeface="Overlock"/>
              <a:sym typeface="Overlock"/>
            </a:endParaRPr>
          </a:p>
        </p:txBody>
      </p:sp>
      <p:grpSp>
        <p:nvGrpSpPr>
          <p:cNvPr id="151" name="Google Shape;151;p1"/>
          <p:cNvGrpSpPr/>
          <p:nvPr/>
        </p:nvGrpSpPr>
        <p:grpSpPr>
          <a:xfrm>
            <a:off x="1197490" y="1635281"/>
            <a:ext cx="180175" cy="90465"/>
            <a:chOff x="5434772" y="1916832"/>
            <a:chExt cx="180175" cy="90465"/>
          </a:xfrm>
        </p:grpSpPr>
        <p:grpSp>
          <p:nvGrpSpPr>
            <p:cNvPr id="152" name="Google Shape;152;p1"/>
            <p:cNvGrpSpPr/>
            <p:nvPr/>
          </p:nvGrpSpPr>
          <p:grpSpPr>
            <a:xfrm>
              <a:off x="5434772" y="1916832"/>
              <a:ext cx="90000" cy="90000"/>
              <a:chOff x="9948863" y="1583531"/>
              <a:chExt cx="88106" cy="78582"/>
            </a:xfrm>
          </p:grpSpPr>
          <p:sp>
            <p:nvSpPr>
              <p:cNvPr id="153" name="Google Shape;153;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54" name="Google Shape;154;p1"/>
              <p:cNvCxnSpPr/>
              <p:nvPr/>
            </p:nvCxnSpPr>
            <p:spPr>
              <a:xfrm>
                <a:off x="9948863" y="1611171"/>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55" name="Google Shape;155;p1"/>
            <p:cNvGrpSpPr/>
            <p:nvPr/>
          </p:nvGrpSpPr>
          <p:grpSpPr>
            <a:xfrm flipH="1">
              <a:off x="5524947" y="1917297"/>
              <a:ext cx="90000" cy="90000"/>
              <a:chOff x="9948863" y="1583531"/>
              <a:chExt cx="88106" cy="78582"/>
            </a:xfrm>
          </p:grpSpPr>
          <p:sp>
            <p:nvSpPr>
              <p:cNvPr id="156" name="Google Shape;156;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57" name="Google Shape;157;p1"/>
              <p:cNvCxnSpPr/>
              <p:nvPr/>
            </p:nvCxnSpPr>
            <p:spPr>
              <a:xfrm>
                <a:off x="9948863" y="1612705"/>
                <a:ext cx="88106" cy="0"/>
              </a:xfrm>
              <a:prstGeom prst="straightConnector1">
                <a:avLst/>
              </a:prstGeom>
              <a:noFill/>
              <a:ln cap="flat" cmpd="sng" w="9525">
                <a:solidFill>
                  <a:schemeClr val="dk1"/>
                </a:solidFill>
                <a:prstDash val="solid"/>
                <a:round/>
                <a:headEnd len="sm" w="sm" type="none"/>
                <a:tailEnd len="sm" w="sm" type="none"/>
              </a:ln>
            </p:spPr>
          </p:cxnSp>
        </p:grpSp>
      </p:grpSp>
      <p:grpSp>
        <p:nvGrpSpPr>
          <p:cNvPr id="158" name="Google Shape;158;p1"/>
          <p:cNvGrpSpPr/>
          <p:nvPr/>
        </p:nvGrpSpPr>
        <p:grpSpPr>
          <a:xfrm rot="10800000">
            <a:off x="1194247" y="1447214"/>
            <a:ext cx="180175" cy="90465"/>
            <a:chOff x="5434772" y="1916832"/>
            <a:chExt cx="180175" cy="90465"/>
          </a:xfrm>
        </p:grpSpPr>
        <p:grpSp>
          <p:nvGrpSpPr>
            <p:cNvPr id="159" name="Google Shape;159;p1"/>
            <p:cNvGrpSpPr/>
            <p:nvPr/>
          </p:nvGrpSpPr>
          <p:grpSpPr>
            <a:xfrm>
              <a:off x="5434772" y="1916832"/>
              <a:ext cx="90000" cy="90000"/>
              <a:chOff x="9948863" y="1583531"/>
              <a:chExt cx="88106" cy="78582"/>
            </a:xfrm>
          </p:grpSpPr>
          <p:sp>
            <p:nvSpPr>
              <p:cNvPr id="160" name="Google Shape;160;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61" name="Google Shape;161;p1"/>
              <p:cNvCxnSpPr/>
              <p:nvPr/>
            </p:nvCxnSpPr>
            <p:spPr>
              <a:xfrm>
                <a:off x="9948863" y="1611171"/>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62" name="Google Shape;162;p1"/>
            <p:cNvGrpSpPr/>
            <p:nvPr/>
          </p:nvGrpSpPr>
          <p:grpSpPr>
            <a:xfrm flipH="1">
              <a:off x="5524947" y="1917297"/>
              <a:ext cx="90000" cy="90000"/>
              <a:chOff x="9948863" y="1583531"/>
              <a:chExt cx="88106" cy="78582"/>
            </a:xfrm>
          </p:grpSpPr>
          <p:sp>
            <p:nvSpPr>
              <p:cNvPr id="163" name="Google Shape;163;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64" name="Google Shape;164;p1"/>
              <p:cNvCxnSpPr/>
              <p:nvPr/>
            </p:nvCxnSpPr>
            <p:spPr>
              <a:xfrm>
                <a:off x="9948863" y="1612705"/>
                <a:ext cx="88106" cy="0"/>
              </a:xfrm>
              <a:prstGeom prst="straightConnector1">
                <a:avLst/>
              </a:prstGeom>
              <a:noFill/>
              <a:ln cap="flat" cmpd="sng" w="9525">
                <a:solidFill>
                  <a:schemeClr val="dk1"/>
                </a:solidFill>
                <a:prstDash val="solid"/>
                <a:round/>
                <a:headEnd len="sm" w="sm" type="none"/>
                <a:tailEnd len="sm" w="sm" type="none"/>
              </a:ln>
            </p:spPr>
          </p:cxnSp>
        </p:grpSp>
      </p:grpSp>
      <p:grpSp>
        <p:nvGrpSpPr>
          <p:cNvPr id="165" name="Google Shape;165;p1"/>
          <p:cNvGrpSpPr/>
          <p:nvPr/>
        </p:nvGrpSpPr>
        <p:grpSpPr>
          <a:xfrm rot="-5400000">
            <a:off x="1106709" y="1233206"/>
            <a:ext cx="180175" cy="90465"/>
            <a:chOff x="5434772" y="1916832"/>
            <a:chExt cx="180175" cy="90465"/>
          </a:xfrm>
        </p:grpSpPr>
        <p:grpSp>
          <p:nvGrpSpPr>
            <p:cNvPr id="166" name="Google Shape;166;p1"/>
            <p:cNvGrpSpPr/>
            <p:nvPr/>
          </p:nvGrpSpPr>
          <p:grpSpPr>
            <a:xfrm>
              <a:off x="5434772" y="1916832"/>
              <a:ext cx="90000" cy="90000"/>
              <a:chOff x="9948863" y="1583531"/>
              <a:chExt cx="88106" cy="78582"/>
            </a:xfrm>
          </p:grpSpPr>
          <p:sp>
            <p:nvSpPr>
              <p:cNvPr id="167" name="Google Shape;167;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68" name="Google Shape;168;p1"/>
              <p:cNvCxnSpPr/>
              <p:nvPr/>
            </p:nvCxnSpPr>
            <p:spPr>
              <a:xfrm>
                <a:off x="9948863" y="1611171"/>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69" name="Google Shape;169;p1"/>
            <p:cNvGrpSpPr/>
            <p:nvPr/>
          </p:nvGrpSpPr>
          <p:grpSpPr>
            <a:xfrm flipH="1">
              <a:off x="5524947" y="1917297"/>
              <a:ext cx="90000" cy="90000"/>
              <a:chOff x="9948863" y="1583531"/>
              <a:chExt cx="88106" cy="78582"/>
            </a:xfrm>
          </p:grpSpPr>
          <p:sp>
            <p:nvSpPr>
              <p:cNvPr id="170" name="Google Shape;170;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71" name="Google Shape;171;p1"/>
              <p:cNvCxnSpPr/>
              <p:nvPr/>
            </p:nvCxnSpPr>
            <p:spPr>
              <a:xfrm>
                <a:off x="9948863" y="1612705"/>
                <a:ext cx="88106" cy="0"/>
              </a:xfrm>
              <a:prstGeom prst="straightConnector1">
                <a:avLst/>
              </a:prstGeom>
              <a:noFill/>
              <a:ln cap="flat" cmpd="sng" w="9525">
                <a:solidFill>
                  <a:schemeClr val="dk1"/>
                </a:solidFill>
                <a:prstDash val="solid"/>
                <a:round/>
                <a:headEnd len="sm" w="sm" type="none"/>
                <a:tailEnd len="sm" w="sm" type="none"/>
              </a:ln>
            </p:spPr>
          </p:cxnSp>
        </p:grpSp>
      </p:grpSp>
      <p:grpSp>
        <p:nvGrpSpPr>
          <p:cNvPr id="172" name="Google Shape;172;p1"/>
          <p:cNvGrpSpPr/>
          <p:nvPr/>
        </p:nvGrpSpPr>
        <p:grpSpPr>
          <a:xfrm rot="5400000">
            <a:off x="1307748" y="1229963"/>
            <a:ext cx="180175" cy="90465"/>
            <a:chOff x="5434772" y="1916832"/>
            <a:chExt cx="180175" cy="90465"/>
          </a:xfrm>
        </p:grpSpPr>
        <p:grpSp>
          <p:nvGrpSpPr>
            <p:cNvPr id="173" name="Google Shape;173;p1"/>
            <p:cNvGrpSpPr/>
            <p:nvPr/>
          </p:nvGrpSpPr>
          <p:grpSpPr>
            <a:xfrm>
              <a:off x="5434772" y="1916832"/>
              <a:ext cx="90000" cy="90000"/>
              <a:chOff x="9948863" y="1583531"/>
              <a:chExt cx="88106" cy="78582"/>
            </a:xfrm>
          </p:grpSpPr>
          <p:sp>
            <p:nvSpPr>
              <p:cNvPr id="174" name="Google Shape;174;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75" name="Google Shape;175;p1"/>
              <p:cNvCxnSpPr/>
              <p:nvPr/>
            </p:nvCxnSpPr>
            <p:spPr>
              <a:xfrm>
                <a:off x="9948863" y="1611171"/>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176" name="Google Shape;176;p1"/>
            <p:cNvGrpSpPr/>
            <p:nvPr/>
          </p:nvGrpSpPr>
          <p:grpSpPr>
            <a:xfrm flipH="1">
              <a:off x="5524947" y="1917297"/>
              <a:ext cx="90000" cy="90000"/>
              <a:chOff x="9948863" y="1583531"/>
              <a:chExt cx="88106" cy="78582"/>
            </a:xfrm>
          </p:grpSpPr>
          <p:sp>
            <p:nvSpPr>
              <p:cNvPr id="177" name="Google Shape;177;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178" name="Google Shape;178;p1"/>
              <p:cNvCxnSpPr/>
              <p:nvPr/>
            </p:nvCxnSpPr>
            <p:spPr>
              <a:xfrm>
                <a:off x="9948863" y="1612705"/>
                <a:ext cx="88106" cy="0"/>
              </a:xfrm>
              <a:prstGeom prst="straightConnector1">
                <a:avLst/>
              </a:prstGeom>
              <a:noFill/>
              <a:ln cap="flat" cmpd="sng" w="9525">
                <a:solidFill>
                  <a:schemeClr val="dk1"/>
                </a:solidFill>
                <a:prstDash val="solid"/>
                <a:round/>
                <a:headEnd len="sm" w="sm" type="none"/>
                <a:tailEnd len="sm" w="sm" type="none"/>
              </a:ln>
            </p:spPr>
          </p:cxnSp>
        </p:grpSp>
      </p:grpSp>
      <p:sp>
        <p:nvSpPr>
          <p:cNvPr id="179" name="Google Shape;179;p1"/>
          <p:cNvSpPr txBox="1"/>
          <p:nvPr/>
        </p:nvSpPr>
        <p:spPr>
          <a:xfrm>
            <a:off x="1871655" y="842010"/>
            <a:ext cx="1620207" cy="76174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Overlock"/>
                <a:ea typeface="Overlock"/>
                <a:cs typeface="Overlock"/>
                <a:sym typeface="Overlock"/>
              </a:rPr>
              <a:t>Straight Stairs</a:t>
            </a:r>
            <a:endParaRPr/>
          </a:p>
          <a:p>
            <a:pPr indent="0" lvl="0" marL="0" marR="0" rtl="0" algn="ctr">
              <a:spcBef>
                <a:spcPts val="0"/>
              </a:spcBef>
              <a:spcAft>
                <a:spcPts val="0"/>
              </a:spcAft>
              <a:buNone/>
            </a:pPr>
            <a:r>
              <a:rPr lang="en-GB" sz="1050">
                <a:solidFill>
                  <a:schemeClr val="dk1"/>
                </a:solidFill>
                <a:latin typeface="Overlock"/>
                <a:ea typeface="Overlock"/>
                <a:cs typeface="Overlock"/>
                <a:sym typeface="Overlock"/>
              </a:rPr>
              <a:t>(narrow end points down; black border for stairs in room, thick end goes up)</a:t>
            </a:r>
            <a:endParaRPr sz="1050">
              <a:solidFill>
                <a:schemeClr val="dk1"/>
              </a:solidFill>
              <a:latin typeface="Overlock"/>
              <a:ea typeface="Overlock"/>
              <a:cs typeface="Overlock"/>
              <a:sym typeface="Overlock"/>
            </a:endParaRPr>
          </a:p>
        </p:txBody>
      </p:sp>
      <p:sp>
        <p:nvSpPr>
          <p:cNvPr id="180" name="Google Shape;180;p1"/>
          <p:cNvSpPr txBox="1"/>
          <p:nvPr/>
        </p:nvSpPr>
        <p:spPr>
          <a:xfrm>
            <a:off x="3671885" y="2080626"/>
            <a:ext cx="180023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50">
                <a:solidFill>
                  <a:schemeClr val="dk1"/>
                </a:solidFill>
                <a:latin typeface="Overlock"/>
                <a:ea typeface="Overlock"/>
                <a:cs typeface="Overlock"/>
                <a:sym typeface="Overlock"/>
              </a:rPr>
              <a:t>Drop-offs between different elevations on same map. “Comb” shading points to the lower area.</a:t>
            </a:r>
            <a:endParaRPr sz="1050">
              <a:solidFill>
                <a:schemeClr val="dk1"/>
              </a:solidFill>
              <a:latin typeface="Overlock"/>
              <a:ea typeface="Overlock"/>
              <a:cs typeface="Overlock"/>
              <a:sym typeface="Overlock"/>
            </a:endParaRPr>
          </a:p>
        </p:txBody>
      </p:sp>
      <p:sp>
        <p:nvSpPr>
          <p:cNvPr id="181" name="Google Shape;181;p1"/>
          <p:cNvSpPr txBox="1"/>
          <p:nvPr/>
        </p:nvSpPr>
        <p:spPr>
          <a:xfrm>
            <a:off x="3772357" y="3609023"/>
            <a:ext cx="241985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Overlock"/>
                <a:ea typeface="Overlock"/>
                <a:cs typeface="Overlock"/>
                <a:sym typeface="Overlock"/>
              </a:rPr>
              <a:t>Slope arrows </a:t>
            </a:r>
            <a:endParaRPr/>
          </a:p>
          <a:p>
            <a:pPr indent="0" lvl="0" marL="0" marR="0" rtl="0" algn="l">
              <a:spcBef>
                <a:spcPts val="0"/>
              </a:spcBef>
              <a:spcAft>
                <a:spcPts val="0"/>
              </a:spcAft>
              <a:buNone/>
            </a:pPr>
            <a:r>
              <a:rPr lang="en-GB" sz="1400">
                <a:solidFill>
                  <a:schemeClr val="dk1"/>
                </a:solidFill>
                <a:latin typeface="Overlock"/>
                <a:ea typeface="Overlock"/>
                <a:cs typeface="Overlock"/>
                <a:sym typeface="Overlock"/>
              </a:rPr>
              <a:t>(always point down)</a:t>
            </a:r>
            <a:endParaRPr sz="1400">
              <a:solidFill>
                <a:schemeClr val="dk1"/>
              </a:solidFill>
              <a:latin typeface="Overlock"/>
              <a:ea typeface="Overlock"/>
              <a:cs typeface="Overlock"/>
              <a:sym typeface="Overlock"/>
            </a:endParaRPr>
          </a:p>
        </p:txBody>
      </p:sp>
      <p:grpSp>
        <p:nvGrpSpPr>
          <p:cNvPr id="182" name="Google Shape;182;p1"/>
          <p:cNvGrpSpPr/>
          <p:nvPr/>
        </p:nvGrpSpPr>
        <p:grpSpPr>
          <a:xfrm>
            <a:off x="5913005" y="1030098"/>
            <a:ext cx="269900" cy="270000"/>
            <a:chOff x="7092280" y="908720"/>
            <a:chExt cx="144016" cy="144016"/>
          </a:xfrm>
        </p:grpSpPr>
        <p:sp>
          <p:nvSpPr>
            <p:cNvPr id="183" name="Google Shape;183;p1"/>
            <p:cNvSpPr/>
            <p:nvPr/>
          </p:nvSpPr>
          <p:spPr>
            <a:xfrm>
              <a:off x="7092280" y="908720"/>
              <a:ext cx="144016" cy="144016"/>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1"/>
            <p:cNvSpPr/>
            <p:nvPr/>
          </p:nvSpPr>
          <p:spPr>
            <a:xfrm>
              <a:off x="7113132" y="924056"/>
              <a:ext cx="102170" cy="101106"/>
            </a:xfrm>
            <a:prstGeom prst="star5">
              <a:avLst>
                <a:gd fmla="val 19098" name="adj"/>
                <a:gd fmla="val 105146" name="hf"/>
                <a:gd fmla="val 110557" name="vf"/>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cxnSp>
        <p:nvCxnSpPr>
          <p:cNvPr id="185" name="Google Shape;185;p1"/>
          <p:cNvCxnSpPr/>
          <p:nvPr/>
        </p:nvCxnSpPr>
        <p:spPr>
          <a:xfrm rot="5400000">
            <a:off x="3672678" y="4501679"/>
            <a:ext cx="360048" cy="1588"/>
          </a:xfrm>
          <a:prstGeom prst="straightConnector1">
            <a:avLst/>
          </a:prstGeom>
          <a:noFill/>
          <a:ln cap="flat" cmpd="sng" w="19050">
            <a:solidFill>
              <a:schemeClr val="dk1"/>
            </a:solidFill>
            <a:prstDash val="solid"/>
            <a:round/>
            <a:headEnd len="sm" w="sm" type="none"/>
            <a:tailEnd len="med" w="med" type="stealth"/>
          </a:ln>
        </p:spPr>
      </p:cxnSp>
      <p:cxnSp>
        <p:nvCxnSpPr>
          <p:cNvPr id="186" name="Google Shape;186;p1"/>
          <p:cNvCxnSpPr/>
          <p:nvPr/>
        </p:nvCxnSpPr>
        <p:spPr>
          <a:xfrm>
            <a:off x="6001167" y="3480376"/>
            <a:ext cx="180024" cy="0"/>
          </a:xfrm>
          <a:prstGeom prst="straightConnector1">
            <a:avLst/>
          </a:prstGeom>
          <a:noFill/>
          <a:ln cap="flat" cmpd="sng" w="19050">
            <a:solidFill>
              <a:srgbClr val="000000"/>
            </a:solidFill>
            <a:prstDash val="dot"/>
            <a:round/>
            <a:headEnd len="sm" w="sm" type="none"/>
            <a:tailEnd len="sm" w="sm" type="none"/>
          </a:ln>
        </p:spPr>
      </p:cxnSp>
      <p:sp>
        <p:nvSpPr>
          <p:cNvPr id="187" name="Google Shape;187;p1"/>
          <p:cNvSpPr/>
          <p:nvPr/>
        </p:nvSpPr>
        <p:spPr>
          <a:xfrm>
            <a:off x="5965866" y="2659332"/>
            <a:ext cx="160708" cy="156204"/>
          </a:xfrm>
          <a:prstGeom prst="ellipse">
            <a:avLst/>
          </a:prstGeom>
          <a:solidFill>
            <a:schemeClr val="lt1"/>
          </a:solidFill>
          <a:ln cap="flat" cmpd="thickThin"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8" name="Google Shape;188;p1"/>
          <p:cNvSpPr txBox="1"/>
          <p:nvPr/>
        </p:nvSpPr>
        <p:spPr>
          <a:xfrm>
            <a:off x="6199286" y="2592551"/>
            <a:ext cx="112775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Shaft (floor)</a:t>
            </a:r>
            <a:endParaRPr sz="1200">
              <a:solidFill>
                <a:schemeClr val="dk1"/>
              </a:solidFill>
              <a:latin typeface="Overlock"/>
              <a:ea typeface="Overlock"/>
              <a:cs typeface="Overlock"/>
              <a:sym typeface="Overlock"/>
            </a:endParaRPr>
          </a:p>
        </p:txBody>
      </p:sp>
      <p:sp>
        <p:nvSpPr>
          <p:cNvPr id="189" name="Google Shape;189;p1"/>
          <p:cNvSpPr txBox="1"/>
          <p:nvPr/>
        </p:nvSpPr>
        <p:spPr>
          <a:xfrm>
            <a:off x="1833555" y="3429000"/>
            <a:ext cx="1620207" cy="4385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Overlock"/>
                <a:ea typeface="Overlock"/>
                <a:cs typeface="Overlock"/>
                <a:sym typeface="Overlock"/>
              </a:rPr>
              <a:t>Spiral Stairs</a:t>
            </a:r>
            <a:endParaRPr/>
          </a:p>
          <a:p>
            <a:pPr indent="0" lvl="0" marL="0" marR="0" rtl="0" algn="ctr">
              <a:spcBef>
                <a:spcPts val="0"/>
              </a:spcBef>
              <a:spcAft>
                <a:spcPts val="0"/>
              </a:spcAft>
              <a:buNone/>
            </a:pPr>
            <a:r>
              <a:rPr lang="en-GB" sz="1050">
                <a:solidFill>
                  <a:schemeClr val="dk1"/>
                </a:solidFill>
                <a:latin typeface="Overlock"/>
                <a:ea typeface="Overlock"/>
                <a:cs typeface="Overlock"/>
                <a:sym typeface="Overlock"/>
              </a:rPr>
              <a:t>Arrows point down</a:t>
            </a:r>
            <a:endParaRPr sz="1050">
              <a:solidFill>
                <a:schemeClr val="dk1"/>
              </a:solidFill>
              <a:latin typeface="Overlock"/>
              <a:ea typeface="Overlock"/>
              <a:cs typeface="Overlock"/>
              <a:sym typeface="Overlock"/>
            </a:endParaRPr>
          </a:p>
        </p:txBody>
      </p:sp>
      <p:sp>
        <p:nvSpPr>
          <p:cNvPr id="190" name="Google Shape;190;p1"/>
          <p:cNvSpPr txBox="1"/>
          <p:nvPr/>
        </p:nvSpPr>
        <p:spPr>
          <a:xfrm>
            <a:off x="2411724" y="600901"/>
            <a:ext cx="11521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Overlock"/>
                <a:ea typeface="Overlock"/>
                <a:cs typeface="Overlock"/>
                <a:sym typeface="Overlock"/>
              </a:rPr>
              <a:t>Stairs</a:t>
            </a:r>
            <a:endParaRPr sz="1400">
              <a:solidFill>
                <a:schemeClr val="dk1"/>
              </a:solidFill>
              <a:latin typeface="Overlock"/>
              <a:ea typeface="Overlock"/>
              <a:cs typeface="Overlock"/>
              <a:sym typeface="Overlock"/>
            </a:endParaRPr>
          </a:p>
        </p:txBody>
      </p:sp>
      <p:grpSp>
        <p:nvGrpSpPr>
          <p:cNvPr id="191" name="Google Shape;191;p1"/>
          <p:cNvGrpSpPr/>
          <p:nvPr/>
        </p:nvGrpSpPr>
        <p:grpSpPr>
          <a:xfrm rot="5400000">
            <a:off x="4780114" y="1515900"/>
            <a:ext cx="180024" cy="45719"/>
            <a:chOff x="3960610" y="2430264"/>
            <a:chExt cx="720096" cy="90012"/>
          </a:xfrm>
        </p:grpSpPr>
        <p:sp>
          <p:nvSpPr>
            <p:cNvPr id="192" name="Google Shape;192;p1"/>
            <p:cNvSpPr/>
            <p:nvPr/>
          </p:nvSpPr>
          <p:spPr>
            <a:xfrm>
              <a:off x="396061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3" name="Google Shape;193;p1"/>
            <p:cNvSpPr/>
            <p:nvPr/>
          </p:nvSpPr>
          <p:spPr>
            <a:xfrm>
              <a:off x="405062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4" name="Google Shape;194;p1"/>
            <p:cNvSpPr/>
            <p:nvPr/>
          </p:nvSpPr>
          <p:spPr>
            <a:xfrm>
              <a:off x="414063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5" name="Google Shape;195;p1"/>
            <p:cNvSpPr/>
            <p:nvPr/>
          </p:nvSpPr>
          <p:spPr>
            <a:xfrm>
              <a:off x="4230646"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6" name="Google Shape;196;p1"/>
            <p:cNvSpPr/>
            <p:nvPr/>
          </p:nvSpPr>
          <p:spPr>
            <a:xfrm>
              <a:off x="4320658"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7" name="Google Shape;197;p1"/>
            <p:cNvSpPr/>
            <p:nvPr/>
          </p:nvSpPr>
          <p:spPr>
            <a:xfrm>
              <a:off x="441067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8" name="Google Shape;198;p1"/>
            <p:cNvSpPr/>
            <p:nvPr/>
          </p:nvSpPr>
          <p:spPr>
            <a:xfrm>
              <a:off x="450068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9" name="Google Shape;199;p1"/>
            <p:cNvSpPr/>
            <p:nvPr/>
          </p:nvSpPr>
          <p:spPr>
            <a:xfrm>
              <a:off x="459069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grpSp>
        <p:nvGrpSpPr>
          <p:cNvPr id="200" name="Google Shape;200;p1"/>
          <p:cNvGrpSpPr/>
          <p:nvPr/>
        </p:nvGrpSpPr>
        <p:grpSpPr>
          <a:xfrm rot="-5400000">
            <a:off x="5094441" y="1515900"/>
            <a:ext cx="180024" cy="45719"/>
            <a:chOff x="3960610" y="2430264"/>
            <a:chExt cx="720096" cy="90012"/>
          </a:xfrm>
        </p:grpSpPr>
        <p:sp>
          <p:nvSpPr>
            <p:cNvPr id="201" name="Google Shape;201;p1"/>
            <p:cNvSpPr/>
            <p:nvPr/>
          </p:nvSpPr>
          <p:spPr>
            <a:xfrm>
              <a:off x="396061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2" name="Google Shape;202;p1"/>
            <p:cNvSpPr/>
            <p:nvPr/>
          </p:nvSpPr>
          <p:spPr>
            <a:xfrm>
              <a:off x="405062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3" name="Google Shape;203;p1"/>
            <p:cNvSpPr/>
            <p:nvPr/>
          </p:nvSpPr>
          <p:spPr>
            <a:xfrm>
              <a:off x="414063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4" name="Google Shape;204;p1"/>
            <p:cNvSpPr/>
            <p:nvPr/>
          </p:nvSpPr>
          <p:spPr>
            <a:xfrm>
              <a:off x="4230646"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5" name="Google Shape;205;p1"/>
            <p:cNvSpPr/>
            <p:nvPr/>
          </p:nvSpPr>
          <p:spPr>
            <a:xfrm>
              <a:off x="4320658"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6" name="Google Shape;206;p1"/>
            <p:cNvSpPr/>
            <p:nvPr/>
          </p:nvSpPr>
          <p:spPr>
            <a:xfrm>
              <a:off x="4410670"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7" name="Google Shape;207;p1"/>
            <p:cNvSpPr/>
            <p:nvPr/>
          </p:nvSpPr>
          <p:spPr>
            <a:xfrm>
              <a:off x="4500682"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8" name="Google Shape;208;p1"/>
            <p:cNvSpPr/>
            <p:nvPr/>
          </p:nvSpPr>
          <p:spPr>
            <a:xfrm>
              <a:off x="4590694" y="2430264"/>
              <a:ext cx="90012" cy="90012"/>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grpSp>
        <p:nvGrpSpPr>
          <p:cNvPr id="209" name="Google Shape;209;p1"/>
          <p:cNvGrpSpPr/>
          <p:nvPr/>
        </p:nvGrpSpPr>
        <p:grpSpPr>
          <a:xfrm>
            <a:off x="734509" y="4061459"/>
            <a:ext cx="180024" cy="130968"/>
            <a:chOff x="1331586" y="2528885"/>
            <a:chExt cx="180024" cy="130968"/>
          </a:xfrm>
        </p:grpSpPr>
        <p:cxnSp>
          <p:nvCxnSpPr>
            <p:cNvPr id="210" name="Google Shape;210;p1"/>
            <p:cNvCxnSpPr/>
            <p:nvPr/>
          </p:nvCxnSpPr>
          <p:spPr>
            <a:xfrm>
              <a:off x="1331586" y="2602178"/>
              <a:ext cx="180024" cy="0"/>
            </a:xfrm>
            <a:prstGeom prst="straightConnector1">
              <a:avLst/>
            </a:prstGeom>
            <a:solidFill>
              <a:schemeClr val="lt1"/>
            </a:solidFill>
            <a:ln cap="flat" cmpd="sng" w="19050">
              <a:solidFill>
                <a:schemeClr val="dk1"/>
              </a:solidFill>
              <a:prstDash val="solid"/>
              <a:round/>
              <a:headEnd len="sm" w="sm" type="none"/>
              <a:tailEnd len="sm" w="sm" type="none"/>
            </a:ln>
          </p:spPr>
        </p:cxnSp>
        <p:sp>
          <p:nvSpPr>
            <p:cNvPr id="211" name="Google Shape;211;p1"/>
            <p:cNvSpPr/>
            <p:nvPr/>
          </p:nvSpPr>
          <p:spPr>
            <a:xfrm>
              <a:off x="1392870" y="2528885"/>
              <a:ext cx="61912" cy="130968"/>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12" name="Google Shape;212;p1"/>
            <p:cNvSpPr/>
            <p:nvPr/>
          </p:nvSpPr>
          <p:spPr>
            <a:xfrm>
              <a:off x="1381535" y="2543171"/>
              <a:ext cx="76933" cy="1085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3" name="Google Shape;213;p1"/>
            <p:cNvCxnSpPr/>
            <p:nvPr/>
          </p:nvCxnSpPr>
          <p:spPr>
            <a:xfrm rot="5400000">
              <a:off x="1328681" y="2601514"/>
              <a:ext cx="90488" cy="2381"/>
            </a:xfrm>
            <a:prstGeom prst="straightConnector1">
              <a:avLst/>
            </a:prstGeom>
            <a:noFill/>
            <a:ln cap="flat" cmpd="sng" w="19050">
              <a:solidFill>
                <a:schemeClr val="dk1"/>
              </a:solidFill>
              <a:prstDash val="solid"/>
              <a:round/>
              <a:headEnd len="sm" w="sm" type="none"/>
              <a:tailEnd len="sm" w="sm" type="none"/>
            </a:ln>
          </p:spPr>
        </p:cxnSp>
        <p:cxnSp>
          <p:nvCxnSpPr>
            <p:cNvPr id="214" name="Google Shape;214;p1"/>
            <p:cNvCxnSpPr/>
            <p:nvPr/>
          </p:nvCxnSpPr>
          <p:spPr>
            <a:xfrm rot="5400000">
              <a:off x="1429017" y="2601515"/>
              <a:ext cx="90488" cy="2381"/>
            </a:xfrm>
            <a:prstGeom prst="straightConnector1">
              <a:avLst/>
            </a:prstGeom>
            <a:noFill/>
            <a:ln cap="flat" cmpd="sng" w="19050">
              <a:solidFill>
                <a:schemeClr val="dk1"/>
              </a:solidFill>
              <a:prstDash val="solid"/>
              <a:round/>
              <a:headEnd len="sm" w="sm" type="none"/>
              <a:tailEnd len="sm" w="sm" type="none"/>
            </a:ln>
          </p:spPr>
        </p:cxnSp>
      </p:grpSp>
      <p:grpSp>
        <p:nvGrpSpPr>
          <p:cNvPr id="215" name="Google Shape;215;p1"/>
          <p:cNvGrpSpPr/>
          <p:nvPr/>
        </p:nvGrpSpPr>
        <p:grpSpPr>
          <a:xfrm rot="5400000">
            <a:off x="1007468" y="4083227"/>
            <a:ext cx="180024" cy="130968"/>
            <a:chOff x="1331586" y="2528885"/>
            <a:chExt cx="180024" cy="130968"/>
          </a:xfrm>
        </p:grpSpPr>
        <p:cxnSp>
          <p:nvCxnSpPr>
            <p:cNvPr id="216" name="Google Shape;216;p1"/>
            <p:cNvCxnSpPr/>
            <p:nvPr/>
          </p:nvCxnSpPr>
          <p:spPr>
            <a:xfrm>
              <a:off x="1331586" y="2602178"/>
              <a:ext cx="180024" cy="0"/>
            </a:xfrm>
            <a:prstGeom prst="straightConnector1">
              <a:avLst/>
            </a:prstGeom>
            <a:solidFill>
              <a:schemeClr val="lt1"/>
            </a:solidFill>
            <a:ln cap="flat" cmpd="sng" w="19050">
              <a:solidFill>
                <a:schemeClr val="dk1"/>
              </a:solidFill>
              <a:prstDash val="solid"/>
              <a:round/>
              <a:headEnd len="sm" w="sm" type="none"/>
              <a:tailEnd len="sm" w="sm" type="none"/>
            </a:ln>
          </p:spPr>
        </p:cxnSp>
        <p:sp>
          <p:nvSpPr>
            <p:cNvPr id="217" name="Google Shape;217;p1"/>
            <p:cNvSpPr/>
            <p:nvPr/>
          </p:nvSpPr>
          <p:spPr>
            <a:xfrm>
              <a:off x="1392870" y="2528885"/>
              <a:ext cx="61912" cy="130968"/>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18" name="Google Shape;218;p1"/>
            <p:cNvSpPr/>
            <p:nvPr/>
          </p:nvSpPr>
          <p:spPr>
            <a:xfrm>
              <a:off x="1381535" y="2543171"/>
              <a:ext cx="76933" cy="1085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9" name="Google Shape;219;p1"/>
            <p:cNvCxnSpPr/>
            <p:nvPr/>
          </p:nvCxnSpPr>
          <p:spPr>
            <a:xfrm rot="5400000">
              <a:off x="1328681" y="2601514"/>
              <a:ext cx="90488" cy="2381"/>
            </a:xfrm>
            <a:prstGeom prst="straightConnector1">
              <a:avLst/>
            </a:prstGeom>
            <a:noFill/>
            <a:ln cap="flat" cmpd="sng" w="19050">
              <a:solidFill>
                <a:schemeClr val="dk1"/>
              </a:solidFill>
              <a:prstDash val="solid"/>
              <a:round/>
              <a:headEnd len="sm" w="sm" type="none"/>
              <a:tailEnd len="sm" w="sm" type="none"/>
            </a:ln>
          </p:spPr>
        </p:cxnSp>
        <p:cxnSp>
          <p:nvCxnSpPr>
            <p:cNvPr id="220" name="Google Shape;220;p1"/>
            <p:cNvCxnSpPr/>
            <p:nvPr/>
          </p:nvCxnSpPr>
          <p:spPr>
            <a:xfrm rot="5400000">
              <a:off x="1429017" y="2601515"/>
              <a:ext cx="90488" cy="2381"/>
            </a:xfrm>
            <a:prstGeom prst="straightConnector1">
              <a:avLst/>
            </a:prstGeom>
            <a:noFill/>
            <a:ln cap="flat" cmpd="sng" w="19050">
              <a:solidFill>
                <a:schemeClr val="dk1"/>
              </a:solidFill>
              <a:prstDash val="solid"/>
              <a:round/>
              <a:headEnd len="sm" w="sm" type="none"/>
              <a:tailEnd len="sm" w="sm" type="none"/>
            </a:ln>
          </p:spPr>
        </p:cxnSp>
      </p:grpSp>
      <p:grpSp>
        <p:nvGrpSpPr>
          <p:cNvPr id="221" name="Google Shape;221;p1"/>
          <p:cNvGrpSpPr/>
          <p:nvPr/>
        </p:nvGrpSpPr>
        <p:grpSpPr>
          <a:xfrm>
            <a:off x="714481" y="4570395"/>
            <a:ext cx="180024" cy="130968"/>
            <a:chOff x="1103003" y="2965001"/>
            <a:chExt cx="180024" cy="130968"/>
          </a:xfrm>
        </p:grpSpPr>
        <p:cxnSp>
          <p:nvCxnSpPr>
            <p:cNvPr id="222" name="Google Shape;222;p1"/>
            <p:cNvCxnSpPr/>
            <p:nvPr/>
          </p:nvCxnSpPr>
          <p:spPr>
            <a:xfrm>
              <a:off x="1103003" y="3038294"/>
              <a:ext cx="180024" cy="0"/>
            </a:xfrm>
            <a:prstGeom prst="straightConnector1">
              <a:avLst/>
            </a:prstGeom>
            <a:solidFill>
              <a:schemeClr val="lt1"/>
            </a:solidFill>
            <a:ln cap="flat" cmpd="sng" w="19050">
              <a:solidFill>
                <a:schemeClr val="dk1"/>
              </a:solidFill>
              <a:prstDash val="solid"/>
              <a:round/>
              <a:headEnd len="sm" w="sm" type="none"/>
              <a:tailEnd len="sm" w="sm" type="none"/>
            </a:ln>
          </p:spPr>
        </p:cxnSp>
        <p:sp>
          <p:nvSpPr>
            <p:cNvPr id="223" name="Google Shape;223;p1"/>
            <p:cNvSpPr/>
            <p:nvPr/>
          </p:nvSpPr>
          <p:spPr>
            <a:xfrm>
              <a:off x="1164287" y="2965001"/>
              <a:ext cx="61912" cy="130968"/>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24" name="Google Shape;224;p1"/>
            <p:cNvSpPr/>
            <p:nvPr/>
          </p:nvSpPr>
          <p:spPr>
            <a:xfrm>
              <a:off x="1169670" y="3014963"/>
              <a:ext cx="62900" cy="45719"/>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5" name="Google Shape;225;p1"/>
            <p:cNvCxnSpPr/>
            <p:nvPr/>
          </p:nvCxnSpPr>
          <p:spPr>
            <a:xfrm rot="5400000">
              <a:off x="1115338" y="3037630"/>
              <a:ext cx="90488" cy="2381"/>
            </a:xfrm>
            <a:prstGeom prst="straightConnector1">
              <a:avLst/>
            </a:prstGeom>
            <a:noFill/>
            <a:ln cap="flat" cmpd="sng" w="19050">
              <a:solidFill>
                <a:schemeClr val="dk1"/>
              </a:solidFill>
              <a:prstDash val="solid"/>
              <a:round/>
              <a:headEnd len="sm" w="sm" type="none"/>
              <a:tailEnd len="sm" w="sm" type="none"/>
            </a:ln>
          </p:spPr>
        </p:cxnSp>
        <p:cxnSp>
          <p:nvCxnSpPr>
            <p:cNvPr id="226" name="Google Shape;226;p1"/>
            <p:cNvCxnSpPr/>
            <p:nvPr/>
          </p:nvCxnSpPr>
          <p:spPr>
            <a:xfrm rot="5400000">
              <a:off x="1185194" y="3037631"/>
              <a:ext cx="90488" cy="2381"/>
            </a:xfrm>
            <a:prstGeom prst="straightConnector1">
              <a:avLst/>
            </a:prstGeom>
            <a:noFill/>
            <a:ln cap="flat" cmpd="sng" w="19050">
              <a:solidFill>
                <a:schemeClr val="dk1"/>
              </a:solidFill>
              <a:prstDash val="solid"/>
              <a:round/>
              <a:headEnd len="sm" w="sm" type="none"/>
              <a:tailEnd len="sm" w="sm" type="none"/>
            </a:ln>
          </p:spPr>
        </p:cxnSp>
      </p:grpSp>
      <p:sp>
        <p:nvSpPr>
          <p:cNvPr id="227" name="Google Shape;227;p1"/>
          <p:cNvSpPr txBox="1"/>
          <p:nvPr/>
        </p:nvSpPr>
        <p:spPr>
          <a:xfrm>
            <a:off x="70472" y="3545216"/>
            <a:ext cx="175832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200">
              <a:solidFill>
                <a:schemeClr val="dk1"/>
              </a:solidFill>
              <a:latin typeface="Overlock"/>
              <a:ea typeface="Overlock"/>
              <a:cs typeface="Overlock"/>
              <a:sym typeface="Overlock"/>
            </a:endParaRPr>
          </a:p>
          <a:p>
            <a:pPr indent="0" lvl="0" marL="0" marR="0" rtl="0" algn="ctr">
              <a:spcBef>
                <a:spcPts val="0"/>
              </a:spcBef>
              <a:spcAft>
                <a:spcPts val="0"/>
              </a:spcAft>
              <a:buNone/>
            </a:pPr>
            <a:r>
              <a:rPr lang="en-GB" sz="1200">
                <a:solidFill>
                  <a:schemeClr val="dk1"/>
                </a:solidFill>
                <a:latin typeface="Overlock"/>
                <a:ea typeface="Overlock"/>
                <a:cs typeface="Overlock"/>
                <a:sym typeface="Overlock"/>
              </a:rPr>
              <a:t>Open doorways</a:t>
            </a:r>
            <a:endParaRPr sz="1200">
              <a:solidFill>
                <a:schemeClr val="dk1"/>
              </a:solidFill>
              <a:latin typeface="Overlock"/>
              <a:ea typeface="Overlock"/>
              <a:cs typeface="Overlock"/>
              <a:sym typeface="Overlock"/>
            </a:endParaRPr>
          </a:p>
        </p:txBody>
      </p:sp>
      <p:sp>
        <p:nvSpPr>
          <p:cNvPr id="228" name="Google Shape;228;p1"/>
          <p:cNvSpPr/>
          <p:nvPr/>
        </p:nvSpPr>
        <p:spPr>
          <a:xfrm>
            <a:off x="5683888" y="1574294"/>
            <a:ext cx="88866" cy="94446"/>
          </a:xfrm>
          <a:prstGeom prst="ellipse">
            <a:avLst/>
          </a:prstGeom>
          <a:blipFill rotWithShape="1">
            <a:blip r:embed="rId3">
              <a:alphaModFix/>
            </a:blip>
            <a:tile algn="tl" flip="none" tx="0" sx="100000" ty="0" sy="100000"/>
          </a:blipFill>
          <a:ln cap="flat" cmpd="thickThin"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grpSp>
        <p:nvGrpSpPr>
          <p:cNvPr id="229" name="Google Shape;229;p1"/>
          <p:cNvGrpSpPr/>
          <p:nvPr/>
        </p:nvGrpSpPr>
        <p:grpSpPr>
          <a:xfrm rot="5400000">
            <a:off x="1000231" y="4574205"/>
            <a:ext cx="180024" cy="130968"/>
            <a:chOff x="1103003" y="2965001"/>
            <a:chExt cx="180024" cy="130968"/>
          </a:xfrm>
        </p:grpSpPr>
        <p:cxnSp>
          <p:nvCxnSpPr>
            <p:cNvPr id="230" name="Google Shape;230;p1"/>
            <p:cNvCxnSpPr/>
            <p:nvPr/>
          </p:nvCxnSpPr>
          <p:spPr>
            <a:xfrm>
              <a:off x="1103003" y="3038294"/>
              <a:ext cx="180024" cy="0"/>
            </a:xfrm>
            <a:prstGeom prst="straightConnector1">
              <a:avLst/>
            </a:prstGeom>
            <a:solidFill>
              <a:schemeClr val="lt1"/>
            </a:solidFill>
            <a:ln cap="flat" cmpd="sng" w="19050">
              <a:solidFill>
                <a:schemeClr val="dk1"/>
              </a:solidFill>
              <a:prstDash val="solid"/>
              <a:round/>
              <a:headEnd len="sm" w="sm" type="none"/>
              <a:tailEnd len="sm" w="sm" type="none"/>
            </a:ln>
          </p:spPr>
        </p:cxnSp>
        <p:sp>
          <p:nvSpPr>
            <p:cNvPr id="231" name="Google Shape;231;p1"/>
            <p:cNvSpPr/>
            <p:nvPr/>
          </p:nvSpPr>
          <p:spPr>
            <a:xfrm>
              <a:off x="1164287" y="2965001"/>
              <a:ext cx="61912" cy="130968"/>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32" name="Google Shape;232;p1"/>
            <p:cNvSpPr/>
            <p:nvPr/>
          </p:nvSpPr>
          <p:spPr>
            <a:xfrm>
              <a:off x="1169670" y="3014963"/>
              <a:ext cx="62900" cy="45719"/>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3" name="Google Shape;233;p1"/>
            <p:cNvCxnSpPr/>
            <p:nvPr/>
          </p:nvCxnSpPr>
          <p:spPr>
            <a:xfrm rot="5400000">
              <a:off x="1115339" y="3037630"/>
              <a:ext cx="90488" cy="2381"/>
            </a:xfrm>
            <a:prstGeom prst="straightConnector1">
              <a:avLst/>
            </a:prstGeom>
            <a:noFill/>
            <a:ln cap="flat" cmpd="sng" w="19050">
              <a:solidFill>
                <a:schemeClr val="dk1"/>
              </a:solidFill>
              <a:prstDash val="solid"/>
              <a:round/>
              <a:headEnd len="sm" w="sm" type="none"/>
              <a:tailEnd len="sm" w="sm" type="none"/>
            </a:ln>
          </p:spPr>
        </p:cxnSp>
        <p:cxnSp>
          <p:nvCxnSpPr>
            <p:cNvPr id="234" name="Google Shape;234;p1"/>
            <p:cNvCxnSpPr/>
            <p:nvPr/>
          </p:nvCxnSpPr>
          <p:spPr>
            <a:xfrm rot="5400000">
              <a:off x="1185194" y="3037631"/>
              <a:ext cx="90488" cy="2381"/>
            </a:xfrm>
            <a:prstGeom prst="straightConnector1">
              <a:avLst/>
            </a:prstGeom>
            <a:noFill/>
            <a:ln cap="flat" cmpd="sng" w="19050">
              <a:solidFill>
                <a:schemeClr val="dk1"/>
              </a:solidFill>
              <a:prstDash val="solid"/>
              <a:round/>
              <a:headEnd len="sm" w="sm" type="none"/>
              <a:tailEnd len="sm" w="sm" type="none"/>
            </a:ln>
          </p:spPr>
        </p:cxnSp>
      </p:grpSp>
      <p:sp>
        <p:nvSpPr>
          <p:cNvPr id="235" name="Google Shape;235;p1"/>
          <p:cNvSpPr txBox="1"/>
          <p:nvPr/>
        </p:nvSpPr>
        <p:spPr>
          <a:xfrm>
            <a:off x="1167167" y="2709911"/>
            <a:ext cx="734124"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Overlock"/>
                <a:ea typeface="Overlock"/>
                <a:cs typeface="Overlock"/>
                <a:sym typeface="Overlock"/>
              </a:rPr>
              <a:t>Barred </a:t>
            </a:r>
            <a:endParaRPr sz="700">
              <a:solidFill>
                <a:schemeClr val="dk1"/>
              </a:solidFill>
              <a:latin typeface="Overlock"/>
              <a:ea typeface="Overlock"/>
              <a:cs typeface="Overlock"/>
              <a:sym typeface="Overlock"/>
            </a:endParaRPr>
          </a:p>
          <a:p>
            <a:pPr indent="0" lvl="0" marL="0" marR="0" rtl="0" algn="l">
              <a:spcBef>
                <a:spcPts val="600"/>
              </a:spcBef>
              <a:spcAft>
                <a:spcPts val="0"/>
              </a:spcAft>
              <a:buNone/>
            </a:pPr>
            <a:r>
              <a:rPr lang="en-GB" sz="1000">
                <a:solidFill>
                  <a:schemeClr val="dk1"/>
                </a:solidFill>
                <a:latin typeface="Overlock"/>
                <a:ea typeface="Overlock"/>
                <a:cs typeface="Overlock"/>
                <a:sym typeface="Overlock"/>
              </a:rPr>
              <a:t>Trapped</a:t>
            </a:r>
            <a:endParaRPr/>
          </a:p>
          <a:p>
            <a:pPr indent="0" lvl="0" marL="0" marR="0" rtl="0" algn="l">
              <a:spcBef>
                <a:spcPts val="600"/>
              </a:spcBef>
              <a:spcAft>
                <a:spcPts val="0"/>
              </a:spcAft>
              <a:buNone/>
            </a:pPr>
            <a:r>
              <a:rPr lang="en-GB" sz="1000">
                <a:solidFill>
                  <a:schemeClr val="dk1"/>
                </a:solidFill>
                <a:latin typeface="Overlock"/>
                <a:ea typeface="Overlock"/>
                <a:cs typeface="Overlock"/>
                <a:sym typeface="Overlock"/>
              </a:rPr>
              <a:t>One-way</a:t>
            </a:r>
            <a:endParaRPr sz="1000">
              <a:solidFill>
                <a:schemeClr val="dk1"/>
              </a:solidFill>
              <a:latin typeface="Overlock"/>
              <a:ea typeface="Overlock"/>
              <a:cs typeface="Overlock"/>
              <a:sym typeface="Overlock"/>
            </a:endParaRPr>
          </a:p>
          <a:p>
            <a:pPr indent="0" lvl="0" marL="0" marR="0" rtl="0" algn="l">
              <a:spcBef>
                <a:spcPts val="600"/>
              </a:spcBef>
              <a:spcAft>
                <a:spcPts val="0"/>
              </a:spcAft>
              <a:buNone/>
            </a:pPr>
            <a:r>
              <a:t/>
            </a:r>
            <a:endParaRPr sz="1000">
              <a:solidFill>
                <a:schemeClr val="dk1"/>
              </a:solidFill>
              <a:latin typeface="Overlock"/>
              <a:ea typeface="Overlock"/>
              <a:cs typeface="Overlock"/>
              <a:sym typeface="Overlock"/>
            </a:endParaRPr>
          </a:p>
        </p:txBody>
      </p:sp>
      <p:grpSp>
        <p:nvGrpSpPr>
          <p:cNvPr id="236" name="Google Shape;236;p1"/>
          <p:cNvGrpSpPr/>
          <p:nvPr/>
        </p:nvGrpSpPr>
        <p:grpSpPr>
          <a:xfrm>
            <a:off x="248273" y="2796633"/>
            <a:ext cx="39600" cy="78537"/>
            <a:chOff x="9598395" y="3276133"/>
            <a:chExt cx="45719" cy="98171"/>
          </a:xfrm>
        </p:grpSpPr>
        <p:sp>
          <p:nvSpPr>
            <p:cNvPr id="237" name="Google Shape;237;p1"/>
            <p:cNvSpPr/>
            <p:nvPr/>
          </p:nvSpPr>
          <p:spPr>
            <a:xfrm>
              <a:off x="9598395" y="3276133"/>
              <a:ext cx="45719" cy="4571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38" name="Google Shape;238;p1"/>
            <p:cNvSpPr/>
            <p:nvPr/>
          </p:nvSpPr>
          <p:spPr>
            <a:xfrm>
              <a:off x="9598395" y="3290154"/>
              <a:ext cx="45719" cy="84150"/>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239" name="Google Shape;239;p1"/>
          <p:cNvSpPr txBox="1"/>
          <p:nvPr/>
        </p:nvSpPr>
        <p:spPr>
          <a:xfrm>
            <a:off x="206685" y="2311714"/>
            <a:ext cx="162020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Overlock"/>
                <a:ea typeface="Overlock"/>
                <a:cs typeface="Overlock"/>
                <a:sym typeface="Overlock"/>
              </a:rPr>
              <a:t>Door symbols (place on the appropriate side of door)</a:t>
            </a:r>
            <a:endParaRPr sz="1000">
              <a:solidFill>
                <a:schemeClr val="dk1"/>
              </a:solidFill>
              <a:latin typeface="Overlock"/>
              <a:ea typeface="Overlock"/>
              <a:cs typeface="Overlock"/>
              <a:sym typeface="Overlock"/>
            </a:endParaRPr>
          </a:p>
        </p:txBody>
      </p:sp>
      <p:sp>
        <p:nvSpPr>
          <p:cNvPr id="240" name="Google Shape;240;p1"/>
          <p:cNvSpPr txBox="1"/>
          <p:nvPr/>
        </p:nvSpPr>
        <p:spPr>
          <a:xfrm>
            <a:off x="360291" y="2671761"/>
            <a:ext cx="681109" cy="7848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GB" sz="1000">
                <a:solidFill>
                  <a:schemeClr val="dk1"/>
                </a:solidFill>
                <a:latin typeface="Overlock"/>
                <a:ea typeface="Overlock"/>
                <a:cs typeface="Overlock"/>
                <a:sym typeface="Overlock"/>
              </a:rPr>
              <a:t>Locked  </a:t>
            </a:r>
            <a:endParaRPr/>
          </a:p>
          <a:p>
            <a:pPr indent="0" lvl="0" marL="0" marR="0" rtl="0" algn="l">
              <a:lnSpc>
                <a:spcPct val="150000"/>
              </a:lnSpc>
              <a:spcBef>
                <a:spcPts val="0"/>
              </a:spcBef>
              <a:spcAft>
                <a:spcPts val="0"/>
              </a:spcAft>
              <a:buNone/>
            </a:pPr>
            <a:r>
              <a:rPr lang="en-GB" sz="1000">
                <a:solidFill>
                  <a:schemeClr val="dk1"/>
                </a:solidFill>
                <a:latin typeface="Overlock"/>
                <a:ea typeface="Overlock"/>
                <a:cs typeface="Overlock"/>
                <a:sym typeface="Overlock"/>
              </a:rPr>
              <a:t>Secret  </a:t>
            </a:r>
            <a:endParaRPr/>
          </a:p>
          <a:p>
            <a:pPr indent="0" lvl="0" marL="0" marR="0" rtl="0" algn="l">
              <a:lnSpc>
                <a:spcPct val="150000"/>
              </a:lnSpc>
              <a:spcBef>
                <a:spcPts val="0"/>
              </a:spcBef>
              <a:spcAft>
                <a:spcPts val="0"/>
              </a:spcAft>
              <a:buNone/>
            </a:pPr>
            <a:r>
              <a:rPr lang="en-GB" sz="1000">
                <a:solidFill>
                  <a:schemeClr val="dk1"/>
                </a:solidFill>
                <a:latin typeface="Overlock"/>
                <a:ea typeface="Overlock"/>
                <a:cs typeface="Overlock"/>
                <a:sym typeface="Overlock"/>
              </a:rPr>
              <a:t>Sliding</a:t>
            </a:r>
            <a:endParaRPr/>
          </a:p>
        </p:txBody>
      </p:sp>
      <p:sp>
        <p:nvSpPr>
          <p:cNvPr id="241" name="Google Shape;241;p1"/>
          <p:cNvSpPr txBox="1"/>
          <p:nvPr/>
        </p:nvSpPr>
        <p:spPr>
          <a:xfrm>
            <a:off x="134295" y="2965131"/>
            <a:ext cx="30099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800">
                <a:solidFill>
                  <a:schemeClr val="dk1"/>
                </a:solidFill>
                <a:latin typeface="Arial Rounded"/>
                <a:ea typeface="Arial Rounded"/>
                <a:cs typeface="Arial Rounded"/>
                <a:sym typeface="Arial Rounded"/>
              </a:rPr>
              <a:t>S</a:t>
            </a:r>
            <a:endParaRPr b="1" sz="800">
              <a:solidFill>
                <a:schemeClr val="dk1"/>
              </a:solidFill>
              <a:latin typeface="Arial Rounded"/>
              <a:ea typeface="Arial Rounded"/>
              <a:cs typeface="Arial Rounded"/>
              <a:sym typeface="Arial Rounded"/>
            </a:endParaRPr>
          </a:p>
        </p:txBody>
      </p:sp>
      <p:sp>
        <p:nvSpPr>
          <p:cNvPr id="242" name="Google Shape;242;p1"/>
          <p:cNvSpPr txBox="1"/>
          <p:nvPr/>
        </p:nvSpPr>
        <p:spPr>
          <a:xfrm>
            <a:off x="130485" y="3000154"/>
            <a:ext cx="30099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800">
              <a:solidFill>
                <a:schemeClr val="dk1"/>
              </a:solidFill>
              <a:latin typeface="Arial Rounded"/>
              <a:ea typeface="Arial Rounded"/>
              <a:cs typeface="Arial Rounded"/>
              <a:sym typeface="Arial Rounded"/>
            </a:endParaRPr>
          </a:p>
        </p:txBody>
      </p:sp>
      <p:grpSp>
        <p:nvGrpSpPr>
          <p:cNvPr id="243" name="Google Shape;243;p1"/>
          <p:cNvGrpSpPr/>
          <p:nvPr/>
        </p:nvGrpSpPr>
        <p:grpSpPr>
          <a:xfrm>
            <a:off x="1046576" y="2820240"/>
            <a:ext cx="19050" cy="54000"/>
            <a:chOff x="1139190" y="1299210"/>
            <a:chExt cx="19050" cy="54000"/>
          </a:xfrm>
        </p:grpSpPr>
        <p:cxnSp>
          <p:nvCxnSpPr>
            <p:cNvPr id="244" name="Google Shape;244;p1"/>
            <p:cNvCxnSpPr/>
            <p:nvPr/>
          </p:nvCxnSpPr>
          <p:spPr>
            <a:xfrm rot="5400000">
              <a:off x="1112190" y="1326210"/>
              <a:ext cx="54000" cy="0"/>
            </a:xfrm>
            <a:prstGeom prst="straightConnector1">
              <a:avLst/>
            </a:prstGeom>
            <a:noFill/>
            <a:ln cap="flat" cmpd="sng" w="9525">
              <a:solidFill>
                <a:schemeClr val="dk1"/>
              </a:solidFill>
              <a:prstDash val="solid"/>
              <a:round/>
              <a:headEnd len="sm" w="sm" type="none"/>
              <a:tailEnd len="sm" w="sm" type="none"/>
            </a:ln>
          </p:spPr>
        </p:cxnSp>
        <p:cxnSp>
          <p:nvCxnSpPr>
            <p:cNvPr id="245" name="Google Shape;245;p1"/>
            <p:cNvCxnSpPr/>
            <p:nvPr/>
          </p:nvCxnSpPr>
          <p:spPr>
            <a:xfrm rot="5400000">
              <a:off x="1131240" y="1326210"/>
              <a:ext cx="54000" cy="0"/>
            </a:xfrm>
            <a:prstGeom prst="straightConnector1">
              <a:avLst/>
            </a:prstGeom>
            <a:noFill/>
            <a:ln cap="flat" cmpd="sng" w="9525">
              <a:solidFill>
                <a:schemeClr val="dk1"/>
              </a:solidFill>
              <a:prstDash val="solid"/>
              <a:round/>
              <a:headEnd len="sm" w="sm" type="none"/>
              <a:tailEnd len="sm" w="sm" type="none"/>
            </a:ln>
          </p:spPr>
        </p:cxnSp>
      </p:grpSp>
      <p:sp>
        <p:nvSpPr>
          <p:cNvPr id="246" name="Google Shape;246;p1"/>
          <p:cNvSpPr/>
          <p:nvPr/>
        </p:nvSpPr>
        <p:spPr>
          <a:xfrm>
            <a:off x="1065204" y="3062443"/>
            <a:ext cx="68580" cy="64770"/>
          </a:xfrm>
          <a:prstGeom prst="triangle">
            <a:avLst>
              <a:gd fmla="val 50000" name="adj"/>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47" name="Google Shape;247;p1"/>
          <p:cNvGrpSpPr/>
          <p:nvPr/>
        </p:nvGrpSpPr>
        <p:grpSpPr>
          <a:xfrm rot="5400000">
            <a:off x="1148180" y="2819387"/>
            <a:ext cx="19050" cy="54000"/>
            <a:chOff x="1139190" y="1299210"/>
            <a:chExt cx="19050" cy="54000"/>
          </a:xfrm>
        </p:grpSpPr>
        <p:cxnSp>
          <p:nvCxnSpPr>
            <p:cNvPr id="248" name="Google Shape;248;p1"/>
            <p:cNvCxnSpPr/>
            <p:nvPr/>
          </p:nvCxnSpPr>
          <p:spPr>
            <a:xfrm rot="5400000">
              <a:off x="1112190" y="1326210"/>
              <a:ext cx="54000" cy="0"/>
            </a:xfrm>
            <a:prstGeom prst="straightConnector1">
              <a:avLst/>
            </a:prstGeom>
            <a:noFill/>
            <a:ln cap="flat" cmpd="sng" w="9525">
              <a:solidFill>
                <a:schemeClr val="dk1"/>
              </a:solidFill>
              <a:prstDash val="solid"/>
              <a:round/>
              <a:headEnd len="sm" w="sm" type="none"/>
              <a:tailEnd len="sm" w="sm" type="none"/>
            </a:ln>
          </p:spPr>
        </p:cxnSp>
        <p:cxnSp>
          <p:nvCxnSpPr>
            <p:cNvPr id="249" name="Google Shape;249;p1"/>
            <p:cNvCxnSpPr/>
            <p:nvPr/>
          </p:nvCxnSpPr>
          <p:spPr>
            <a:xfrm rot="5400000">
              <a:off x="1131240" y="1326210"/>
              <a:ext cx="54000" cy="0"/>
            </a:xfrm>
            <a:prstGeom prst="straightConnector1">
              <a:avLst/>
            </a:prstGeom>
            <a:noFill/>
            <a:ln cap="flat" cmpd="sng" w="9525">
              <a:solidFill>
                <a:schemeClr val="dk1"/>
              </a:solidFill>
              <a:prstDash val="solid"/>
              <a:round/>
              <a:headEnd len="sm" w="sm" type="none"/>
              <a:tailEnd len="sm" w="sm" type="none"/>
            </a:ln>
          </p:spPr>
        </p:cxnSp>
      </p:grpSp>
      <p:sp>
        <p:nvSpPr>
          <p:cNvPr id="250" name="Google Shape;250;p1"/>
          <p:cNvSpPr/>
          <p:nvPr/>
        </p:nvSpPr>
        <p:spPr>
          <a:xfrm>
            <a:off x="1075363" y="2197417"/>
            <a:ext cx="76200" cy="4572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1"/>
          <p:cNvSpPr/>
          <p:nvPr/>
        </p:nvSpPr>
        <p:spPr>
          <a:xfrm rot="5400000">
            <a:off x="806757" y="2196282"/>
            <a:ext cx="76200" cy="4572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1"/>
          <p:cNvSpPr/>
          <p:nvPr/>
        </p:nvSpPr>
        <p:spPr>
          <a:xfrm rot="5400000">
            <a:off x="5765009" y="3113878"/>
            <a:ext cx="180023" cy="45719"/>
          </a:xfrm>
          <a:custGeom>
            <a:rect b="b" l="l" r="r" t="t"/>
            <a:pathLst>
              <a:path extrusionOk="0" h="184945" w="1624013">
                <a:moveTo>
                  <a:pt x="0" y="5557"/>
                </a:moveTo>
                <a:cubicBezTo>
                  <a:pt x="58341" y="95251"/>
                  <a:pt x="116682" y="184945"/>
                  <a:pt x="176213" y="184151"/>
                </a:cubicBezTo>
                <a:cubicBezTo>
                  <a:pt x="235744" y="183357"/>
                  <a:pt x="294085" y="1191"/>
                  <a:pt x="357188" y="794"/>
                </a:cubicBezTo>
                <a:cubicBezTo>
                  <a:pt x="420291" y="397"/>
                  <a:pt x="494110" y="181372"/>
                  <a:pt x="554832" y="181769"/>
                </a:cubicBezTo>
                <a:cubicBezTo>
                  <a:pt x="615554" y="182166"/>
                  <a:pt x="662385" y="2779"/>
                  <a:pt x="721519" y="3176"/>
                </a:cubicBezTo>
                <a:cubicBezTo>
                  <a:pt x="780653" y="3573"/>
                  <a:pt x="850107" y="184548"/>
                  <a:pt x="909638" y="184151"/>
                </a:cubicBezTo>
                <a:cubicBezTo>
                  <a:pt x="969169" y="183754"/>
                  <a:pt x="1018382" y="1588"/>
                  <a:pt x="1078707" y="794"/>
                </a:cubicBezTo>
                <a:cubicBezTo>
                  <a:pt x="1139032" y="0"/>
                  <a:pt x="1211660" y="178991"/>
                  <a:pt x="1271588" y="179388"/>
                </a:cubicBezTo>
                <a:cubicBezTo>
                  <a:pt x="1331516" y="179785"/>
                  <a:pt x="1379538" y="3176"/>
                  <a:pt x="1438275" y="3176"/>
                </a:cubicBezTo>
                <a:cubicBezTo>
                  <a:pt x="1497012" y="3176"/>
                  <a:pt x="1624013" y="179388"/>
                  <a:pt x="1624013" y="179388"/>
                </a:cubicBezTo>
                <a:lnTo>
                  <a:pt x="1624013" y="179388"/>
                </a:ln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
          <p:cNvSpPr txBox="1"/>
          <p:nvPr/>
        </p:nvSpPr>
        <p:spPr>
          <a:xfrm>
            <a:off x="6192207" y="2949750"/>
            <a:ext cx="81343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Curtains</a:t>
            </a:r>
            <a:endParaRPr sz="1200">
              <a:solidFill>
                <a:schemeClr val="dk1"/>
              </a:solidFill>
              <a:latin typeface="Overlock"/>
              <a:ea typeface="Overlock"/>
              <a:cs typeface="Overlock"/>
              <a:sym typeface="Overlock"/>
            </a:endParaRPr>
          </a:p>
        </p:txBody>
      </p:sp>
      <p:sp>
        <p:nvSpPr>
          <p:cNvPr id="254" name="Google Shape;254;p1"/>
          <p:cNvSpPr/>
          <p:nvPr/>
        </p:nvSpPr>
        <p:spPr>
          <a:xfrm>
            <a:off x="5961477" y="3112040"/>
            <a:ext cx="180023" cy="45719"/>
          </a:xfrm>
          <a:custGeom>
            <a:rect b="b" l="l" r="r" t="t"/>
            <a:pathLst>
              <a:path extrusionOk="0" h="184945" w="1624013">
                <a:moveTo>
                  <a:pt x="0" y="5557"/>
                </a:moveTo>
                <a:cubicBezTo>
                  <a:pt x="58341" y="95251"/>
                  <a:pt x="116682" y="184945"/>
                  <a:pt x="176213" y="184151"/>
                </a:cubicBezTo>
                <a:cubicBezTo>
                  <a:pt x="235744" y="183357"/>
                  <a:pt x="294085" y="1191"/>
                  <a:pt x="357188" y="794"/>
                </a:cubicBezTo>
                <a:cubicBezTo>
                  <a:pt x="420291" y="397"/>
                  <a:pt x="494110" y="181372"/>
                  <a:pt x="554832" y="181769"/>
                </a:cubicBezTo>
                <a:cubicBezTo>
                  <a:pt x="615554" y="182166"/>
                  <a:pt x="662385" y="2779"/>
                  <a:pt x="721519" y="3176"/>
                </a:cubicBezTo>
                <a:cubicBezTo>
                  <a:pt x="780653" y="3573"/>
                  <a:pt x="850107" y="184548"/>
                  <a:pt x="909638" y="184151"/>
                </a:cubicBezTo>
                <a:cubicBezTo>
                  <a:pt x="969169" y="183754"/>
                  <a:pt x="1018382" y="1588"/>
                  <a:pt x="1078707" y="794"/>
                </a:cubicBezTo>
                <a:cubicBezTo>
                  <a:pt x="1139032" y="0"/>
                  <a:pt x="1211660" y="178991"/>
                  <a:pt x="1271588" y="179388"/>
                </a:cubicBezTo>
                <a:cubicBezTo>
                  <a:pt x="1331516" y="179785"/>
                  <a:pt x="1379538" y="3176"/>
                  <a:pt x="1438275" y="3176"/>
                </a:cubicBezTo>
                <a:cubicBezTo>
                  <a:pt x="1497012" y="3176"/>
                  <a:pt x="1624013" y="179388"/>
                  <a:pt x="1624013" y="179388"/>
                </a:cubicBezTo>
                <a:lnTo>
                  <a:pt x="1624013" y="179388"/>
                </a:ln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5" name="Google Shape;255;p1"/>
          <p:cNvCxnSpPr/>
          <p:nvPr/>
        </p:nvCxnSpPr>
        <p:spPr>
          <a:xfrm rot="5400000">
            <a:off x="5731134" y="3519011"/>
            <a:ext cx="180023" cy="0"/>
          </a:xfrm>
          <a:prstGeom prst="straightConnector1">
            <a:avLst/>
          </a:prstGeom>
          <a:noFill/>
          <a:ln cap="flat" cmpd="sng" w="19050">
            <a:solidFill>
              <a:srgbClr val="000000"/>
            </a:solidFill>
            <a:prstDash val="dot"/>
            <a:round/>
            <a:headEnd len="sm" w="sm" type="none"/>
            <a:tailEnd len="sm" w="sm" type="none"/>
          </a:ln>
        </p:spPr>
      </p:cxnSp>
      <p:sp>
        <p:nvSpPr>
          <p:cNvPr id="256" name="Google Shape;256;p1"/>
          <p:cNvSpPr txBox="1"/>
          <p:nvPr/>
        </p:nvSpPr>
        <p:spPr>
          <a:xfrm>
            <a:off x="6188305" y="3296602"/>
            <a:ext cx="216024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Bars / grates </a:t>
            </a:r>
            <a:endParaRPr sz="1200">
              <a:solidFill>
                <a:schemeClr val="dk1"/>
              </a:solidFill>
              <a:latin typeface="Overlock"/>
              <a:ea typeface="Overlock"/>
              <a:cs typeface="Overlock"/>
              <a:sym typeface="Overlock"/>
            </a:endParaRPr>
          </a:p>
        </p:txBody>
      </p:sp>
      <p:grpSp>
        <p:nvGrpSpPr>
          <p:cNvPr id="257" name="Google Shape;257;p1"/>
          <p:cNvGrpSpPr/>
          <p:nvPr/>
        </p:nvGrpSpPr>
        <p:grpSpPr>
          <a:xfrm>
            <a:off x="7543271" y="3319322"/>
            <a:ext cx="180023" cy="180023"/>
            <a:chOff x="6649407" y="2999423"/>
            <a:chExt cx="360046" cy="360046"/>
          </a:xfrm>
        </p:grpSpPr>
        <p:sp>
          <p:nvSpPr>
            <p:cNvPr id="258" name="Google Shape;258;p1"/>
            <p:cNvSpPr/>
            <p:nvPr/>
          </p:nvSpPr>
          <p:spPr>
            <a:xfrm>
              <a:off x="6649407" y="2999423"/>
              <a:ext cx="360046" cy="360046"/>
            </a:xfrm>
            <a:prstGeom prst="ellipse">
              <a:avLst/>
            </a:prstGeom>
            <a:blipFill rotWithShape="1">
              <a:blip r:embed="rId3">
                <a:alphaModFix/>
              </a:blip>
              <a:stretch>
                <a:fillRect b="0" l="0" r="0" t="0"/>
              </a:stretch>
            </a:blip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59" name="Google Shape;259;p1"/>
            <p:cNvSpPr/>
            <p:nvPr/>
          </p:nvSpPr>
          <p:spPr>
            <a:xfrm>
              <a:off x="6754183" y="3096383"/>
              <a:ext cx="166818" cy="166818"/>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260" name="Google Shape;260;p1"/>
          <p:cNvSpPr txBox="1"/>
          <p:nvPr/>
        </p:nvSpPr>
        <p:spPr>
          <a:xfrm>
            <a:off x="7813631" y="3269831"/>
            <a:ext cx="8791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Fountain</a:t>
            </a:r>
            <a:endParaRPr sz="1200">
              <a:solidFill>
                <a:schemeClr val="dk1"/>
              </a:solidFill>
              <a:latin typeface="Overlock"/>
              <a:ea typeface="Overlock"/>
              <a:cs typeface="Overlock"/>
              <a:sym typeface="Overlock"/>
            </a:endParaRPr>
          </a:p>
        </p:txBody>
      </p:sp>
      <p:cxnSp>
        <p:nvCxnSpPr>
          <p:cNvPr id="261" name="Google Shape;261;p1"/>
          <p:cNvCxnSpPr/>
          <p:nvPr/>
        </p:nvCxnSpPr>
        <p:spPr>
          <a:xfrm rot="5400000">
            <a:off x="3672678" y="5807416"/>
            <a:ext cx="360048" cy="1588"/>
          </a:xfrm>
          <a:prstGeom prst="straightConnector1">
            <a:avLst/>
          </a:prstGeom>
          <a:noFill/>
          <a:ln cap="flat" cmpd="sng" w="19050">
            <a:solidFill>
              <a:schemeClr val="dk1"/>
            </a:solidFill>
            <a:prstDash val="dot"/>
            <a:round/>
            <a:headEnd len="sm" w="sm" type="none"/>
            <a:tailEnd len="med" w="med" type="stealth"/>
          </a:ln>
        </p:spPr>
      </p:cxnSp>
      <p:cxnSp>
        <p:nvCxnSpPr>
          <p:cNvPr id="262" name="Google Shape;262;p1"/>
          <p:cNvCxnSpPr/>
          <p:nvPr/>
        </p:nvCxnSpPr>
        <p:spPr>
          <a:xfrm rot="5400000">
            <a:off x="3691728" y="5087326"/>
            <a:ext cx="360048" cy="1588"/>
          </a:xfrm>
          <a:prstGeom prst="straightConnector1">
            <a:avLst/>
          </a:prstGeom>
          <a:noFill/>
          <a:ln cap="flat" cmpd="sng" w="19050">
            <a:solidFill>
              <a:schemeClr val="dk1"/>
            </a:solidFill>
            <a:prstDash val="dash"/>
            <a:round/>
            <a:headEnd len="sm" w="sm" type="none"/>
            <a:tailEnd len="med" w="med" type="stealth"/>
          </a:ln>
        </p:spPr>
      </p:cxnSp>
      <p:sp>
        <p:nvSpPr>
          <p:cNvPr id="263" name="Google Shape;263;p1"/>
          <p:cNvSpPr txBox="1"/>
          <p:nvPr/>
        </p:nvSpPr>
        <p:spPr>
          <a:xfrm>
            <a:off x="4719620" y="4281978"/>
            <a:ext cx="93251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Steep/chute </a:t>
            </a:r>
            <a:endParaRPr sz="1050">
              <a:solidFill>
                <a:schemeClr val="dk1"/>
              </a:solidFill>
              <a:latin typeface="Overlock"/>
              <a:ea typeface="Overlock"/>
              <a:cs typeface="Overlock"/>
              <a:sym typeface="Overlock"/>
            </a:endParaRPr>
          </a:p>
        </p:txBody>
      </p:sp>
      <p:sp>
        <p:nvSpPr>
          <p:cNvPr id="264" name="Google Shape;264;p1"/>
          <p:cNvSpPr txBox="1"/>
          <p:nvPr/>
        </p:nvSpPr>
        <p:spPr>
          <a:xfrm>
            <a:off x="4738670" y="4929678"/>
            <a:ext cx="1414470"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Shallow </a:t>
            </a:r>
            <a:endParaRPr sz="1050">
              <a:solidFill>
                <a:schemeClr val="dk1"/>
              </a:solidFill>
              <a:latin typeface="Overlock"/>
              <a:ea typeface="Overlock"/>
              <a:cs typeface="Overlock"/>
              <a:sym typeface="Overlock"/>
            </a:endParaRPr>
          </a:p>
        </p:txBody>
      </p:sp>
      <p:sp>
        <p:nvSpPr>
          <p:cNvPr id="265" name="Google Shape;265;p1"/>
          <p:cNvSpPr/>
          <p:nvPr/>
        </p:nvSpPr>
        <p:spPr>
          <a:xfrm>
            <a:off x="7632391" y="1533637"/>
            <a:ext cx="90000" cy="9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rPr b="1" lang="en-GB" sz="800">
                <a:solidFill>
                  <a:schemeClr val="dk1"/>
                </a:solidFill>
                <a:latin typeface="Arial Rounded"/>
                <a:ea typeface="Arial Rounded"/>
                <a:cs typeface="Arial Rounded"/>
                <a:sym typeface="Arial Rounded"/>
              </a:rPr>
              <a:t>s</a:t>
            </a:r>
            <a:endParaRPr b="1" sz="800">
              <a:solidFill>
                <a:schemeClr val="dk1"/>
              </a:solidFill>
              <a:latin typeface="Arial Rounded"/>
              <a:ea typeface="Arial Rounded"/>
              <a:cs typeface="Arial Rounded"/>
              <a:sym typeface="Arial Rounded"/>
            </a:endParaRPr>
          </a:p>
        </p:txBody>
      </p:sp>
      <p:sp>
        <p:nvSpPr>
          <p:cNvPr id="266" name="Google Shape;266;p1"/>
          <p:cNvSpPr/>
          <p:nvPr/>
        </p:nvSpPr>
        <p:spPr>
          <a:xfrm>
            <a:off x="7632391" y="1800615"/>
            <a:ext cx="90000" cy="9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rPr b="1" lang="en-GB" sz="800">
                <a:solidFill>
                  <a:schemeClr val="dk1"/>
                </a:solidFill>
                <a:latin typeface="Arial Rounded"/>
                <a:ea typeface="Arial Rounded"/>
                <a:cs typeface="Arial Rounded"/>
                <a:sym typeface="Arial Rounded"/>
              </a:rPr>
              <a:t>c</a:t>
            </a:r>
            <a:endParaRPr b="1" sz="800">
              <a:solidFill>
                <a:schemeClr val="dk1"/>
              </a:solidFill>
              <a:latin typeface="Arial Rounded"/>
              <a:ea typeface="Arial Rounded"/>
              <a:cs typeface="Arial Rounded"/>
              <a:sym typeface="Arial Rounded"/>
            </a:endParaRPr>
          </a:p>
        </p:txBody>
      </p:sp>
      <p:sp>
        <p:nvSpPr>
          <p:cNvPr id="267" name="Google Shape;267;p1"/>
          <p:cNvSpPr/>
          <p:nvPr/>
        </p:nvSpPr>
        <p:spPr>
          <a:xfrm>
            <a:off x="7632391" y="1279393"/>
            <a:ext cx="90000" cy="9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t/>
            </a:r>
            <a:endParaRPr b="1" sz="800">
              <a:solidFill>
                <a:schemeClr val="dk1"/>
              </a:solidFill>
              <a:latin typeface="Arial Rounded"/>
              <a:ea typeface="Arial Rounded"/>
              <a:cs typeface="Arial Rounded"/>
              <a:sym typeface="Arial Rounded"/>
            </a:endParaRPr>
          </a:p>
        </p:txBody>
      </p:sp>
      <p:sp>
        <p:nvSpPr>
          <p:cNvPr id="268" name="Google Shape;268;p1"/>
          <p:cNvSpPr/>
          <p:nvPr/>
        </p:nvSpPr>
        <p:spPr>
          <a:xfrm>
            <a:off x="7632391" y="2052731"/>
            <a:ext cx="90000" cy="90000"/>
          </a:xfrm>
          <a:prstGeom prst="rect">
            <a:avLst/>
          </a:prstGeom>
          <a:solidFill>
            <a:schemeClr val="lt1"/>
          </a:solidFill>
          <a:ln cap="flat" cmpd="sng" w="12700">
            <a:solidFill>
              <a:schemeClr val="dk1"/>
            </a:solidFill>
            <a:prstDash val="dash"/>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t/>
            </a:r>
            <a:endParaRPr b="1" sz="800">
              <a:solidFill>
                <a:schemeClr val="dk1"/>
              </a:solidFill>
              <a:latin typeface="Arial Rounded"/>
              <a:ea typeface="Arial Rounded"/>
              <a:cs typeface="Arial Rounded"/>
              <a:sym typeface="Arial Rounded"/>
            </a:endParaRPr>
          </a:p>
        </p:txBody>
      </p:sp>
      <p:grpSp>
        <p:nvGrpSpPr>
          <p:cNvPr id="269" name="Google Shape;269;p1"/>
          <p:cNvGrpSpPr/>
          <p:nvPr/>
        </p:nvGrpSpPr>
        <p:grpSpPr>
          <a:xfrm>
            <a:off x="7632391" y="3105562"/>
            <a:ext cx="180534" cy="54012"/>
            <a:chOff x="7992168" y="3329490"/>
            <a:chExt cx="180534" cy="54012"/>
          </a:xfrm>
        </p:grpSpPr>
        <p:cxnSp>
          <p:nvCxnSpPr>
            <p:cNvPr id="270" name="Google Shape;270;p1"/>
            <p:cNvCxnSpPr/>
            <p:nvPr/>
          </p:nvCxnSpPr>
          <p:spPr>
            <a:xfrm flipH="1" rot="10800000">
              <a:off x="7992168" y="3356708"/>
              <a:ext cx="178817" cy="73"/>
            </a:xfrm>
            <a:prstGeom prst="straightConnector1">
              <a:avLst/>
            </a:prstGeom>
            <a:noFill/>
            <a:ln cap="flat" cmpd="sng" w="9525">
              <a:solidFill>
                <a:schemeClr val="dk1"/>
              </a:solidFill>
              <a:prstDash val="solid"/>
              <a:round/>
              <a:headEnd len="sm" w="sm" type="none"/>
              <a:tailEnd len="sm" w="sm" type="none"/>
            </a:ln>
          </p:spPr>
        </p:cxnSp>
        <p:cxnSp>
          <p:nvCxnSpPr>
            <p:cNvPr id="271" name="Google Shape;271;p1"/>
            <p:cNvCxnSpPr/>
            <p:nvPr/>
          </p:nvCxnSpPr>
          <p:spPr>
            <a:xfrm rot="-5400000">
              <a:off x="8051401"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72" name="Google Shape;272;p1"/>
            <p:cNvCxnSpPr/>
            <p:nvPr/>
          </p:nvCxnSpPr>
          <p:spPr>
            <a:xfrm rot="-5400000">
              <a:off x="8098550"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73" name="Google Shape;273;p1"/>
            <p:cNvCxnSpPr/>
            <p:nvPr/>
          </p:nvCxnSpPr>
          <p:spPr>
            <a:xfrm rot="-5400000">
              <a:off x="8145702"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74" name="Google Shape;274;p1"/>
            <p:cNvCxnSpPr/>
            <p:nvPr/>
          </p:nvCxnSpPr>
          <p:spPr>
            <a:xfrm rot="-5400000">
              <a:off x="7965168"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75" name="Google Shape;275;p1"/>
            <p:cNvCxnSpPr/>
            <p:nvPr/>
          </p:nvCxnSpPr>
          <p:spPr>
            <a:xfrm rot="-5400000">
              <a:off x="8012562" y="3356490"/>
              <a:ext cx="54000" cy="0"/>
            </a:xfrm>
            <a:prstGeom prst="straightConnector1">
              <a:avLst/>
            </a:prstGeom>
            <a:noFill/>
            <a:ln cap="flat" cmpd="sng" w="9525">
              <a:solidFill>
                <a:schemeClr val="dk1"/>
              </a:solidFill>
              <a:prstDash val="solid"/>
              <a:round/>
              <a:headEnd len="sm" w="sm" type="none"/>
              <a:tailEnd len="sm" w="sm" type="none"/>
            </a:ln>
          </p:spPr>
        </p:cxnSp>
      </p:grpSp>
      <p:grpSp>
        <p:nvGrpSpPr>
          <p:cNvPr id="276" name="Google Shape;276;p1"/>
          <p:cNvGrpSpPr/>
          <p:nvPr/>
        </p:nvGrpSpPr>
        <p:grpSpPr>
          <a:xfrm rot="5400000">
            <a:off x="7389107" y="3109987"/>
            <a:ext cx="180534" cy="54012"/>
            <a:chOff x="7992168" y="3329490"/>
            <a:chExt cx="180534" cy="54012"/>
          </a:xfrm>
        </p:grpSpPr>
        <p:cxnSp>
          <p:nvCxnSpPr>
            <p:cNvPr id="277" name="Google Shape;277;p1"/>
            <p:cNvCxnSpPr/>
            <p:nvPr/>
          </p:nvCxnSpPr>
          <p:spPr>
            <a:xfrm flipH="1" rot="10800000">
              <a:off x="7992168" y="3356708"/>
              <a:ext cx="178817" cy="73"/>
            </a:xfrm>
            <a:prstGeom prst="straightConnector1">
              <a:avLst/>
            </a:prstGeom>
            <a:noFill/>
            <a:ln cap="flat" cmpd="sng" w="9525">
              <a:solidFill>
                <a:schemeClr val="dk1"/>
              </a:solidFill>
              <a:prstDash val="solid"/>
              <a:round/>
              <a:headEnd len="sm" w="sm" type="none"/>
              <a:tailEnd len="sm" w="sm" type="none"/>
            </a:ln>
          </p:spPr>
        </p:cxnSp>
        <p:cxnSp>
          <p:nvCxnSpPr>
            <p:cNvPr id="278" name="Google Shape;278;p1"/>
            <p:cNvCxnSpPr/>
            <p:nvPr/>
          </p:nvCxnSpPr>
          <p:spPr>
            <a:xfrm rot="-5400000">
              <a:off x="8051401"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79" name="Google Shape;279;p1"/>
            <p:cNvCxnSpPr/>
            <p:nvPr/>
          </p:nvCxnSpPr>
          <p:spPr>
            <a:xfrm rot="-5400000">
              <a:off x="8098550"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80" name="Google Shape;280;p1"/>
            <p:cNvCxnSpPr/>
            <p:nvPr/>
          </p:nvCxnSpPr>
          <p:spPr>
            <a:xfrm rot="-5400000">
              <a:off x="8145702"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81" name="Google Shape;281;p1"/>
            <p:cNvCxnSpPr/>
            <p:nvPr/>
          </p:nvCxnSpPr>
          <p:spPr>
            <a:xfrm rot="-5400000">
              <a:off x="7965168" y="3356502"/>
              <a:ext cx="54000" cy="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rot="-5400000">
              <a:off x="8012562" y="3356490"/>
              <a:ext cx="54000" cy="0"/>
            </a:xfrm>
            <a:prstGeom prst="straightConnector1">
              <a:avLst/>
            </a:prstGeom>
            <a:noFill/>
            <a:ln cap="flat" cmpd="sng" w="9525">
              <a:solidFill>
                <a:schemeClr val="dk1"/>
              </a:solidFill>
              <a:prstDash val="solid"/>
              <a:round/>
              <a:headEnd len="sm" w="sm" type="none"/>
              <a:tailEnd len="sm" w="sm" type="none"/>
            </a:ln>
          </p:spPr>
        </p:cxnSp>
      </p:grpSp>
      <p:sp>
        <p:nvSpPr>
          <p:cNvPr id="283" name="Google Shape;283;p1"/>
          <p:cNvSpPr txBox="1"/>
          <p:nvPr/>
        </p:nvSpPr>
        <p:spPr>
          <a:xfrm>
            <a:off x="7812414" y="2949750"/>
            <a:ext cx="81343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Railings</a:t>
            </a:r>
            <a:endParaRPr sz="1200">
              <a:solidFill>
                <a:schemeClr val="dk1"/>
              </a:solidFill>
              <a:latin typeface="Overlock"/>
              <a:ea typeface="Overlock"/>
              <a:cs typeface="Overlock"/>
              <a:sym typeface="Overlock"/>
            </a:endParaRPr>
          </a:p>
        </p:txBody>
      </p:sp>
      <p:sp>
        <p:nvSpPr>
          <p:cNvPr id="284" name="Google Shape;284;p1"/>
          <p:cNvSpPr/>
          <p:nvPr/>
        </p:nvSpPr>
        <p:spPr>
          <a:xfrm>
            <a:off x="7556541" y="2659332"/>
            <a:ext cx="160708" cy="156204"/>
          </a:xfrm>
          <a:prstGeom prst="ellipse">
            <a:avLst/>
          </a:prstGeom>
          <a:solidFill>
            <a:schemeClr val="lt1"/>
          </a:solidFill>
          <a:ln cap="flat" cmpd="thickThin" w="2857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85" name="Google Shape;285;p1"/>
          <p:cNvSpPr txBox="1"/>
          <p:nvPr/>
        </p:nvSpPr>
        <p:spPr>
          <a:xfrm>
            <a:off x="7825748" y="2506826"/>
            <a:ext cx="112775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Shaft (ceiling and floor)</a:t>
            </a:r>
            <a:endParaRPr sz="1200">
              <a:solidFill>
                <a:schemeClr val="dk1"/>
              </a:solidFill>
              <a:latin typeface="Overlock"/>
              <a:ea typeface="Overlock"/>
              <a:cs typeface="Overlock"/>
              <a:sym typeface="Overlock"/>
            </a:endParaRPr>
          </a:p>
        </p:txBody>
      </p:sp>
      <p:sp>
        <p:nvSpPr>
          <p:cNvPr id="286" name="Google Shape;286;p1"/>
          <p:cNvSpPr txBox="1"/>
          <p:nvPr/>
        </p:nvSpPr>
        <p:spPr>
          <a:xfrm>
            <a:off x="4738670" y="5577378"/>
            <a:ext cx="1414470"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Imperceptible</a:t>
            </a:r>
            <a:endParaRPr sz="1050">
              <a:solidFill>
                <a:schemeClr val="dk1"/>
              </a:solidFill>
              <a:latin typeface="Overlock"/>
              <a:ea typeface="Overlock"/>
              <a:cs typeface="Overlock"/>
              <a:sym typeface="Overlock"/>
            </a:endParaRPr>
          </a:p>
        </p:txBody>
      </p:sp>
      <p:cxnSp>
        <p:nvCxnSpPr>
          <p:cNvPr id="287" name="Google Shape;287;p1"/>
          <p:cNvCxnSpPr/>
          <p:nvPr/>
        </p:nvCxnSpPr>
        <p:spPr>
          <a:xfrm rot="10800000">
            <a:off x="4282278" y="4625504"/>
            <a:ext cx="360048" cy="1588"/>
          </a:xfrm>
          <a:prstGeom prst="straightConnector1">
            <a:avLst/>
          </a:prstGeom>
          <a:noFill/>
          <a:ln cap="flat" cmpd="sng" w="19050">
            <a:solidFill>
              <a:schemeClr val="dk1"/>
            </a:solidFill>
            <a:prstDash val="solid"/>
            <a:round/>
            <a:headEnd len="sm" w="sm" type="none"/>
            <a:tailEnd len="med" w="med" type="stealth"/>
          </a:ln>
        </p:spPr>
      </p:cxnSp>
      <p:cxnSp>
        <p:nvCxnSpPr>
          <p:cNvPr id="288" name="Google Shape;288;p1"/>
          <p:cNvCxnSpPr/>
          <p:nvPr/>
        </p:nvCxnSpPr>
        <p:spPr>
          <a:xfrm rot="10800000">
            <a:off x="4282278" y="5892329"/>
            <a:ext cx="360048" cy="1588"/>
          </a:xfrm>
          <a:prstGeom prst="straightConnector1">
            <a:avLst/>
          </a:prstGeom>
          <a:noFill/>
          <a:ln cap="flat" cmpd="sng" w="19050">
            <a:solidFill>
              <a:schemeClr val="dk1"/>
            </a:solidFill>
            <a:prstDash val="dot"/>
            <a:round/>
            <a:headEnd len="sm" w="sm" type="none"/>
            <a:tailEnd len="med" w="med" type="stealth"/>
          </a:ln>
        </p:spPr>
      </p:cxnSp>
      <p:cxnSp>
        <p:nvCxnSpPr>
          <p:cNvPr id="289" name="Google Shape;289;p1"/>
          <p:cNvCxnSpPr/>
          <p:nvPr/>
        </p:nvCxnSpPr>
        <p:spPr>
          <a:xfrm rot="10800000">
            <a:off x="4301328" y="5301779"/>
            <a:ext cx="360048" cy="1588"/>
          </a:xfrm>
          <a:prstGeom prst="straightConnector1">
            <a:avLst/>
          </a:prstGeom>
          <a:noFill/>
          <a:ln cap="flat" cmpd="sng" w="19050">
            <a:solidFill>
              <a:schemeClr val="dk1"/>
            </a:solidFill>
            <a:prstDash val="dash"/>
            <a:round/>
            <a:headEnd len="sm" w="sm" type="none"/>
            <a:tailEnd len="med" w="med" type="stealth"/>
          </a:ln>
        </p:spPr>
      </p:cxnSp>
      <p:cxnSp>
        <p:nvCxnSpPr>
          <p:cNvPr id="290" name="Google Shape;290;p1"/>
          <p:cNvCxnSpPr/>
          <p:nvPr/>
        </p:nvCxnSpPr>
        <p:spPr>
          <a:xfrm>
            <a:off x="4272753" y="4377854"/>
            <a:ext cx="360048" cy="1588"/>
          </a:xfrm>
          <a:prstGeom prst="straightConnector1">
            <a:avLst/>
          </a:prstGeom>
          <a:noFill/>
          <a:ln cap="flat" cmpd="sng" w="19050">
            <a:solidFill>
              <a:schemeClr val="dk1"/>
            </a:solidFill>
            <a:prstDash val="solid"/>
            <a:round/>
            <a:headEnd len="sm" w="sm" type="none"/>
            <a:tailEnd len="med" w="med" type="stealth"/>
          </a:ln>
        </p:spPr>
      </p:cxnSp>
      <p:cxnSp>
        <p:nvCxnSpPr>
          <p:cNvPr id="291" name="Google Shape;291;p1"/>
          <p:cNvCxnSpPr/>
          <p:nvPr/>
        </p:nvCxnSpPr>
        <p:spPr>
          <a:xfrm>
            <a:off x="4272753" y="5644679"/>
            <a:ext cx="360048" cy="1588"/>
          </a:xfrm>
          <a:prstGeom prst="straightConnector1">
            <a:avLst/>
          </a:prstGeom>
          <a:noFill/>
          <a:ln cap="flat" cmpd="sng" w="19050">
            <a:solidFill>
              <a:schemeClr val="dk1"/>
            </a:solidFill>
            <a:prstDash val="dot"/>
            <a:round/>
            <a:headEnd len="sm" w="sm" type="none"/>
            <a:tailEnd len="med" w="med" type="stealth"/>
          </a:ln>
        </p:spPr>
      </p:cxnSp>
      <p:cxnSp>
        <p:nvCxnSpPr>
          <p:cNvPr id="292" name="Google Shape;292;p1"/>
          <p:cNvCxnSpPr/>
          <p:nvPr/>
        </p:nvCxnSpPr>
        <p:spPr>
          <a:xfrm>
            <a:off x="4291803" y="5054129"/>
            <a:ext cx="360048" cy="1588"/>
          </a:xfrm>
          <a:prstGeom prst="straightConnector1">
            <a:avLst/>
          </a:prstGeom>
          <a:noFill/>
          <a:ln cap="flat" cmpd="sng" w="19050">
            <a:solidFill>
              <a:schemeClr val="dk1"/>
            </a:solidFill>
            <a:prstDash val="dash"/>
            <a:round/>
            <a:headEnd len="sm" w="sm" type="none"/>
            <a:tailEnd len="med" w="med" type="stealth"/>
          </a:ln>
        </p:spPr>
      </p:cxnSp>
      <p:cxnSp>
        <p:nvCxnSpPr>
          <p:cNvPr id="293" name="Google Shape;293;p1"/>
          <p:cNvCxnSpPr/>
          <p:nvPr/>
        </p:nvCxnSpPr>
        <p:spPr>
          <a:xfrm rot="-5400000">
            <a:off x="3939378" y="4473104"/>
            <a:ext cx="360048" cy="1588"/>
          </a:xfrm>
          <a:prstGeom prst="straightConnector1">
            <a:avLst/>
          </a:prstGeom>
          <a:noFill/>
          <a:ln cap="flat" cmpd="sng" w="19050">
            <a:solidFill>
              <a:schemeClr val="dk1"/>
            </a:solidFill>
            <a:prstDash val="solid"/>
            <a:round/>
            <a:headEnd len="sm" w="sm" type="none"/>
            <a:tailEnd len="med" w="med" type="stealth"/>
          </a:ln>
        </p:spPr>
      </p:cxnSp>
      <p:cxnSp>
        <p:nvCxnSpPr>
          <p:cNvPr id="294" name="Google Shape;294;p1"/>
          <p:cNvCxnSpPr/>
          <p:nvPr/>
        </p:nvCxnSpPr>
        <p:spPr>
          <a:xfrm rot="-5400000">
            <a:off x="3939378" y="5739929"/>
            <a:ext cx="360048" cy="1588"/>
          </a:xfrm>
          <a:prstGeom prst="straightConnector1">
            <a:avLst/>
          </a:prstGeom>
          <a:noFill/>
          <a:ln cap="flat" cmpd="sng" w="19050">
            <a:solidFill>
              <a:schemeClr val="dk1"/>
            </a:solidFill>
            <a:prstDash val="dot"/>
            <a:round/>
            <a:headEnd len="sm" w="sm" type="none"/>
            <a:tailEnd len="med" w="med" type="stealth"/>
          </a:ln>
        </p:spPr>
      </p:cxnSp>
      <p:cxnSp>
        <p:nvCxnSpPr>
          <p:cNvPr id="295" name="Google Shape;295;p1"/>
          <p:cNvCxnSpPr/>
          <p:nvPr/>
        </p:nvCxnSpPr>
        <p:spPr>
          <a:xfrm rot="-5400000">
            <a:off x="3958428" y="5149379"/>
            <a:ext cx="360048" cy="1588"/>
          </a:xfrm>
          <a:prstGeom prst="straightConnector1">
            <a:avLst/>
          </a:prstGeom>
          <a:noFill/>
          <a:ln cap="flat" cmpd="sng" w="19050">
            <a:solidFill>
              <a:schemeClr val="dk1"/>
            </a:solidFill>
            <a:prstDash val="dash"/>
            <a:round/>
            <a:headEnd len="sm" w="sm" type="none"/>
            <a:tailEnd len="med" w="med" type="stealth"/>
          </a:ln>
        </p:spPr>
      </p:cxnSp>
      <p:grpSp>
        <p:nvGrpSpPr>
          <p:cNvPr id="296" name="Google Shape;296;p1"/>
          <p:cNvGrpSpPr/>
          <p:nvPr/>
        </p:nvGrpSpPr>
        <p:grpSpPr>
          <a:xfrm>
            <a:off x="2051678" y="1691462"/>
            <a:ext cx="180023" cy="180023"/>
            <a:chOff x="3851908" y="2708908"/>
            <a:chExt cx="1440184" cy="1440184"/>
          </a:xfrm>
        </p:grpSpPr>
        <p:cxnSp>
          <p:nvCxnSpPr>
            <p:cNvPr id="297" name="Google Shape;297;p1"/>
            <p:cNvCxnSpPr/>
            <p:nvPr/>
          </p:nvCxnSpPr>
          <p:spPr>
            <a:xfrm>
              <a:off x="3851908" y="2708908"/>
              <a:ext cx="1440184" cy="0"/>
            </a:xfrm>
            <a:prstGeom prst="straightConnector1">
              <a:avLst/>
            </a:prstGeom>
            <a:noFill/>
            <a:ln cap="flat" cmpd="sng" w="9525">
              <a:solidFill>
                <a:schemeClr val="dk1"/>
              </a:solidFill>
              <a:prstDash val="solid"/>
              <a:round/>
              <a:headEnd len="sm" w="sm" type="none"/>
              <a:tailEnd len="sm" w="sm" type="none"/>
            </a:ln>
          </p:spPr>
        </p:cxnSp>
        <p:cxnSp>
          <p:nvCxnSpPr>
            <p:cNvPr id="298" name="Google Shape;298;p1"/>
            <p:cNvCxnSpPr/>
            <p:nvPr/>
          </p:nvCxnSpPr>
          <p:spPr>
            <a:xfrm>
              <a:off x="3923999" y="2888931"/>
              <a:ext cx="1296000" cy="0"/>
            </a:xfrm>
            <a:prstGeom prst="straightConnector1">
              <a:avLst/>
            </a:prstGeom>
            <a:noFill/>
            <a:ln cap="flat" cmpd="sng" w="9525">
              <a:solidFill>
                <a:schemeClr val="dk1"/>
              </a:solidFill>
              <a:prstDash val="solid"/>
              <a:round/>
              <a:headEnd len="sm" w="sm" type="none"/>
              <a:tailEnd len="sm" w="sm" type="none"/>
            </a:ln>
          </p:spPr>
        </p:cxnSp>
        <p:cxnSp>
          <p:nvCxnSpPr>
            <p:cNvPr id="299" name="Google Shape;299;p1"/>
            <p:cNvCxnSpPr/>
            <p:nvPr/>
          </p:nvCxnSpPr>
          <p:spPr>
            <a:xfrm>
              <a:off x="3996000" y="3068954"/>
              <a:ext cx="1152000" cy="0"/>
            </a:xfrm>
            <a:prstGeom prst="straightConnector1">
              <a:avLst/>
            </a:prstGeom>
            <a:noFill/>
            <a:ln cap="flat" cmpd="sng" w="9525">
              <a:solidFill>
                <a:schemeClr val="dk1"/>
              </a:solidFill>
              <a:prstDash val="solid"/>
              <a:round/>
              <a:headEnd len="sm" w="sm" type="none"/>
              <a:tailEnd len="sm" w="sm" type="none"/>
            </a:ln>
          </p:spPr>
        </p:cxnSp>
        <p:cxnSp>
          <p:nvCxnSpPr>
            <p:cNvPr id="300" name="Google Shape;300;p1"/>
            <p:cNvCxnSpPr/>
            <p:nvPr/>
          </p:nvCxnSpPr>
          <p:spPr>
            <a:xfrm>
              <a:off x="4067999" y="3248977"/>
              <a:ext cx="1008000" cy="0"/>
            </a:xfrm>
            <a:prstGeom prst="straightConnector1">
              <a:avLst/>
            </a:prstGeom>
            <a:noFill/>
            <a:ln cap="flat" cmpd="sng" w="9525">
              <a:solidFill>
                <a:schemeClr val="dk1"/>
              </a:solidFill>
              <a:prstDash val="solid"/>
              <a:round/>
              <a:headEnd len="sm" w="sm" type="none"/>
              <a:tailEnd len="sm" w="sm" type="none"/>
            </a:ln>
          </p:spPr>
        </p:cxnSp>
        <p:cxnSp>
          <p:nvCxnSpPr>
            <p:cNvPr id="301" name="Google Shape;301;p1"/>
            <p:cNvCxnSpPr/>
            <p:nvPr/>
          </p:nvCxnSpPr>
          <p:spPr>
            <a:xfrm>
              <a:off x="4140000" y="3429000"/>
              <a:ext cx="864000" cy="0"/>
            </a:xfrm>
            <a:prstGeom prst="straightConnector1">
              <a:avLst/>
            </a:prstGeom>
            <a:noFill/>
            <a:ln cap="flat" cmpd="sng" w="9525">
              <a:solidFill>
                <a:schemeClr val="dk1"/>
              </a:solidFill>
              <a:prstDash val="solid"/>
              <a:round/>
              <a:headEnd len="sm" w="sm" type="none"/>
              <a:tailEnd len="sm" w="sm" type="none"/>
            </a:ln>
          </p:spPr>
        </p:cxnSp>
        <p:cxnSp>
          <p:nvCxnSpPr>
            <p:cNvPr id="302" name="Google Shape;302;p1"/>
            <p:cNvCxnSpPr/>
            <p:nvPr/>
          </p:nvCxnSpPr>
          <p:spPr>
            <a:xfrm>
              <a:off x="4211999" y="3609023"/>
              <a:ext cx="720000" cy="0"/>
            </a:xfrm>
            <a:prstGeom prst="straightConnector1">
              <a:avLst/>
            </a:prstGeom>
            <a:noFill/>
            <a:ln cap="flat" cmpd="sng" w="9525">
              <a:solidFill>
                <a:schemeClr val="dk1"/>
              </a:solidFill>
              <a:prstDash val="solid"/>
              <a:round/>
              <a:headEnd len="sm" w="sm" type="none"/>
              <a:tailEnd len="sm" w="sm" type="none"/>
            </a:ln>
          </p:spPr>
        </p:cxnSp>
        <p:cxnSp>
          <p:nvCxnSpPr>
            <p:cNvPr id="303" name="Google Shape;303;p1"/>
            <p:cNvCxnSpPr/>
            <p:nvPr/>
          </p:nvCxnSpPr>
          <p:spPr>
            <a:xfrm>
              <a:off x="4284000" y="3789046"/>
              <a:ext cx="576000" cy="0"/>
            </a:xfrm>
            <a:prstGeom prst="straightConnector1">
              <a:avLst/>
            </a:prstGeom>
            <a:noFill/>
            <a:ln cap="flat" cmpd="sng" w="9525">
              <a:solidFill>
                <a:schemeClr val="dk1"/>
              </a:solidFill>
              <a:prstDash val="solid"/>
              <a:round/>
              <a:headEnd len="sm" w="sm" type="none"/>
              <a:tailEnd len="sm" w="sm" type="none"/>
            </a:ln>
          </p:spPr>
        </p:cxnSp>
        <p:cxnSp>
          <p:nvCxnSpPr>
            <p:cNvPr id="304" name="Google Shape;304;p1"/>
            <p:cNvCxnSpPr/>
            <p:nvPr/>
          </p:nvCxnSpPr>
          <p:spPr>
            <a:xfrm>
              <a:off x="4357110" y="3969069"/>
              <a:ext cx="432000" cy="0"/>
            </a:xfrm>
            <a:prstGeom prst="straightConnector1">
              <a:avLst/>
            </a:prstGeom>
            <a:noFill/>
            <a:ln cap="flat" cmpd="sng" w="9525">
              <a:solidFill>
                <a:schemeClr val="dk1"/>
              </a:solidFill>
              <a:prstDash val="solid"/>
              <a:round/>
              <a:headEnd len="sm" w="sm" type="none"/>
              <a:tailEnd len="sm" w="sm" type="none"/>
            </a:ln>
          </p:spPr>
        </p:cxnSp>
        <p:cxnSp>
          <p:nvCxnSpPr>
            <p:cNvPr id="305" name="Google Shape;305;p1"/>
            <p:cNvCxnSpPr/>
            <p:nvPr/>
          </p:nvCxnSpPr>
          <p:spPr>
            <a:xfrm>
              <a:off x="4414362" y="4149092"/>
              <a:ext cx="288000" cy="0"/>
            </a:xfrm>
            <a:prstGeom prst="straightConnector1">
              <a:avLst/>
            </a:prstGeom>
            <a:noFill/>
            <a:ln cap="flat" cmpd="sng" w="9525">
              <a:solidFill>
                <a:schemeClr val="dk1"/>
              </a:solidFill>
              <a:prstDash val="solid"/>
              <a:round/>
              <a:headEnd len="sm" w="sm" type="none"/>
              <a:tailEnd len="sm" w="sm" type="none"/>
            </a:ln>
          </p:spPr>
        </p:cxnSp>
      </p:grpSp>
      <p:grpSp>
        <p:nvGrpSpPr>
          <p:cNvPr id="306" name="Google Shape;306;p1"/>
          <p:cNvGrpSpPr/>
          <p:nvPr/>
        </p:nvGrpSpPr>
        <p:grpSpPr>
          <a:xfrm rot="10800000">
            <a:off x="2411724" y="1691462"/>
            <a:ext cx="180023" cy="180023"/>
            <a:chOff x="3851908" y="2708908"/>
            <a:chExt cx="1440184" cy="1440184"/>
          </a:xfrm>
        </p:grpSpPr>
        <p:cxnSp>
          <p:nvCxnSpPr>
            <p:cNvPr id="307" name="Google Shape;307;p1"/>
            <p:cNvCxnSpPr/>
            <p:nvPr/>
          </p:nvCxnSpPr>
          <p:spPr>
            <a:xfrm>
              <a:off x="3851908" y="2708908"/>
              <a:ext cx="1440184" cy="0"/>
            </a:xfrm>
            <a:prstGeom prst="straightConnector1">
              <a:avLst/>
            </a:prstGeom>
            <a:noFill/>
            <a:ln cap="flat" cmpd="sng" w="9525">
              <a:solidFill>
                <a:schemeClr val="dk1"/>
              </a:solidFill>
              <a:prstDash val="solid"/>
              <a:round/>
              <a:headEnd len="sm" w="sm" type="none"/>
              <a:tailEnd len="sm" w="sm" type="none"/>
            </a:ln>
          </p:spPr>
        </p:cxnSp>
        <p:cxnSp>
          <p:nvCxnSpPr>
            <p:cNvPr id="308" name="Google Shape;308;p1"/>
            <p:cNvCxnSpPr/>
            <p:nvPr/>
          </p:nvCxnSpPr>
          <p:spPr>
            <a:xfrm>
              <a:off x="3923999" y="2888931"/>
              <a:ext cx="1296000" cy="0"/>
            </a:xfrm>
            <a:prstGeom prst="straightConnector1">
              <a:avLst/>
            </a:prstGeom>
            <a:noFill/>
            <a:ln cap="flat" cmpd="sng" w="9525">
              <a:solidFill>
                <a:schemeClr val="dk1"/>
              </a:solidFill>
              <a:prstDash val="solid"/>
              <a:round/>
              <a:headEnd len="sm" w="sm" type="none"/>
              <a:tailEnd len="sm" w="sm" type="none"/>
            </a:ln>
          </p:spPr>
        </p:cxnSp>
        <p:cxnSp>
          <p:nvCxnSpPr>
            <p:cNvPr id="309" name="Google Shape;309;p1"/>
            <p:cNvCxnSpPr/>
            <p:nvPr/>
          </p:nvCxnSpPr>
          <p:spPr>
            <a:xfrm>
              <a:off x="3996000" y="3068954"/>
              <a:ext cx="1152000" cy="0"/>
            </a:xfrm>
            <a:prstGeom prst="straightConnector1">
              <a:avLst/>
            </a:prstGeom>
            <a:noFill/>
            <a:ln cap="flat" cmpd="sng" w="9525">
              <a:solidFill>
                <a:schemeClr val="dk1"/>
              </a:solidFill>
              <a:prstDash val="solid"/>
              <a:round/>
              <a:headEnd len="sm" w="sm" type="none"/>
              <a:tailEnd len="sm" w="sm" type="none"/>
            </a:ln>
          </p:spPr>
        </p:cxnSp>
        <p:cxnSp>
          <p:nvCxnSpPr>
            <p:cNvPr id="310" name="Google Shape;310;p1"/>
            <p:cNvCxnSpPr/>
            <p:nvPr/>
          </p:nvCxnSpPr>
          <p:spPr>
            <a:xfrm>
              <a:off x="4067999" y="3248977"/>
              <a:ext cx="1008000" cy="0"/>
            </a:xfrm>
            <a:prstGeom prst="straightConnector1">
              <a:avLst/>
            </a:prstGeom>
            <a:noFill/>
            <a:ln cap="flat" cmpd="sng" w="9525">
              <a:solidFill>
                <a:schemeClr val="dk1"/>
              </a:solidFill>
              <a:prstDash val="solid"/>
              <a:round/>
              <a:headEnd len="sm" w="sm" type="none"/>
              <a:tailEnd len="sm" w="sm" type="none"/>
            </a:ln>
          </p:spPr>
        </p:cxnSp>
        <p:cxnSp>
          <p:nvCxnSpPr>
            <p:cNvPr id="311" name="Google Shape;311;p1"/>
            <p:cNvCxnSpPr/>
            <p:nvPr/>
          </p:nvCxnSpPr>
          <p:spPr>
            <a:xfrm>
              <a:off x="4140000" y="3429000"/>
              <a:ext cx="864000" cy="0"/>
            </a:xfrm>
            <a:prstGeom prst="straightConnector1">
              <a:avLst/>
            </a:prstGeom>
            <a:noFill/>
            <a:ln cap="flat" cmpd="sng" w="9525">
              <a:solidFill>
                <a:schemeClr val="dk1"/>
              </a:solidFill>
              <a:prstDash val="solid"/>
              <a:round/>
              <a:headEnd len="sm" w="sm" type="none"/>
              <a:tailEnd len="sm" w="sm" type="none"/>
            </a:ln>
          </p:spPr>
        </p:cxnSp>
        <p:cxnSp>
          <p:nvCxnSpPr>
            <p:cNvPr id="312" name="Google Shape;312;p1"/>
            <p:cNvCxnSpPr/>
            <p:nvPr/>
          </p:nvCxnSpPr>
          <p:spPr>
            <a:xfrm>
              <a:off x="4211999" y="3609023"/>
              <a:ext cx="720000" cy="0"/>
            </a:xfrm>
            <a:prstGeom prst="straightConnector1">
              <a:avLst/>
            </a:prstGeom>
            <a:noFill/>
            <a:ln cap="flat" cmpd="sng" w="9525">
              <a:solidFill>
                <a:schemeClr val="dk1"/>
              </a:solidFill>
              <a:prstDash val="solid"/>
              <a:round/>
              <a:headEnd len="sm" w="sm" type="none"/>
              <a:tailEnd len="sm" w="sm" type="none"/>
            </a:ln>
          </p:spPr>
        </p:cxnSp>
        <p:cxnSp>
          <p:nvCxnSpPr>
            <p:cNvPr id="313" name="Google Shape;313;p1"/>
            <p:cNvCxnSpPr/>
            <p:nvPr/>
          </p:nvCxnSpPr>
          <p:spPr>
            <a:xfrm>
              <a:off x="4284000" y="3789046"/>
              <a:ext cx="576000" cy="0"/>
            </a:xfrm>
            <a:prstGeom prst="straightConnector1">
              <a:avLst/>
            </a:prstGeom>
            <a:noFill/>
            <a:ln cap="flat" cmpd="sng" w="9525">
              <a:solidFill>
                <a:schemeClr val="dk1"/>
              </a:solidFill>
              <a:prstDash val="solid"/>
              <a:round/>
              <a:headEnd len="sm" w="sm" type="none"/>
              <a:tailEnd len="sm" w="sm" type="none"/>
            </a:ln>
          </p:spPr>
        </p:cxnSp>
        <p:cxnSp>
          <p:nvCxnSpPr>
            <p:cNvPr id="314" name="Google Shape;314;p1"/>
            <p:cNvCxnSpPr/>
            <p:nvPr/>
          </p:nvCxnSpPr>
          <p:spPr>
            <a:xfrm>
              <a:off x="4357110" y="3969069"/>
              <a:ext cx="432000" cy="0"/>
            </a:xfrm>
            <a:prstGeom prst="straightConnector1">
              <a:avLst/>
            </a:prstGeom>
            <a:noFill/>
            <a:ln cap="flat" cmpd="sng" w="9525">
              <a:solidFill>
                <a:schemeClr val="dk1"/>
              </a:solidFill>
              <a:prstDash val="solid"/>
              <a:round/>
              <a:headEnd len="sm" w="sm" type="none"/>
              <a:tailEnd len="sm" w="sm" type="none"/>
            </a:ln>
          </p:spPr>
        </p:cxnSp>
        <p:cxnSp>
          <p:nvCxnSpPr>
            <p:cNvPr id="315" name="Google Shape;315;p1"/>
            <p:cNvCxnSpPr/>
            <p:nvPr/>
          </p:nvCxnSpPr>
          <p:spPr>
            <a:xfrm>
              <a:off x="4414362" y="4149092"/>
              <a:ext cx="288000" cy="0"/>
            </a:xfrm>
            <a:prstGeom prst="straightConnector1">
              <a:avLst/>
            </a:prstGeom>
            <a:noFill/>
            <a:ln cap="flat" cmpd="sng" w="9525">
              <a:solidFill>
                <a:schemeClr val="dk1"/>
              </a:solidFill>
              <a:prstDash val="solid"/>
              <a:round/>
              <a:headEnd len="sm" w="sm" type="none"/>
              <a:tailEnd len="sm" w="sm" type="none"/>
            </a:ln>
          </p:spPr>
        </p:cxnSp>
      </p:grpSp>
      <p:grpSp>
        <p:nvGrpSpPr>
          <p:cNvPr id="316" name="Google Shape;316;p1"/>
          <p:cNvGrpSpPr/>
          <p:nvPr/>
        </p:nvGrpSpPr>
        <p:grpSpPr>
          <a:xfrm>
            <a:off x="2051678" y="2054705"/>
            <a:ext cx="180023" cy="360046"/>
            <a:chOff x="1691632" y="2708909"/>
            <a:chExt cx="180023" cy="720092"/>
          </a:xfrm>
        </p:grpSpPr>
        <p:cxnSp>
          <p:nvCxnSpPr>
            <p:cNvPr id="317" name="Google Shape;317;p1"/>
            <p:cNvCxnSpPr/>
            <p:nvPr/>
          </p:nvCxnSpPr>
          <p:spPr>
            <a:xfrm>
              <a:off x="1691632" y="2708909"/>
              <a:ext cx="180023" cy="0"/>
            </a:xfrm>
            <a:prstGeom prst="straightConnector1">
              <a:avLst/>
            </a:prstGeom>
            <a:noFill/>
            <a:ln cap="flat" cmpd="sng" w="9525">
              <a:solidFill>
                <a:schemeClr val="dk1"/>
              </a:solidFill>
              <a:prstDash val="solid"/>
              <a:round/>
              <a:headEnd len="sm" w="sm" type="none"/>
              <a:tailEnd len="sm" w="sm" type="none"/>
            </a:ln>
          </p:spPr>
        </p:cxnSp>
        <p:cxnSp>
          <p:nvCxnSpPr>
            <p:cNvPr id="318" name="Google Shape;318;p1"/>
            <p:cNvCxnSpPr/>
            <p:nvPr/>
          </p:nvCxnSpPr>
          <p:spPr>
            <a:xfrm>
              <a:off x="1700643" y="2793626"/>
              <a:ext cx="162000" cy="0"/>
            </a:xfrm>
            <a:prstGeom prst="straightConnector1">
              <a:avLst/>
            </a:prstGeom>
            <a:noFill/>
            <a:ln cap="flat" cmpd="sng" w="9525">
              <a:solidFill>
                <a:schemeClr val="dk1"/>
              </a:solidFill>
              <a:prstDash val="solid"/>
              <a:round/>
              <a:headEnd len="sm" w="sm" type="none"/>
              <a:tailEnd len="sm" w="sm" type="none"/>
            </a:ln>
          </p:spPr>
        </p:cxnSp>
        <p:cxnSp>
          <p:nvCxnSpPr>
            <p:cNvPr id="319" name="Google Shape;319;p1"/>
            <p:cNvCxnSpPr/>
            <p:nvPr/>
          </p:nvCxnSpPr>
          <p:spPr>
            <a:xfrm>
              <a:off x="1709644" y="2878343"/>
              <a:ext cx="144000" cy="0"/>
            </a:xfrm>
            <a:prstGeom prst="straightConnector1">
              <a:avLst/>
            </a:prstGeom>
            <a:noFill/>
            <a:ln cap="flat" cmpd="sng" w="9525">
              <a:solidFill>
                <a:schemeClr val="dk1"/>
              </a:solidFill>
              <a:prstDash val="solid"/>
              <a:round/>
              <a:headEnd len="sm" w="sm" type="none"/>
              <a:tailEnd len="sm" w="sm" type="none"/>
            </a:ln>
          </p:spPr>
        </p:cxnSp>
        <p:cxnSp>
          <p:nvCxnSpPr>
            <p:cNvPr id="320" name="Google Shape;320;p1"/>
            <p:cNvCxnSpPr/>
            <p:nvPr/>
          </p:nvCxnSpPr>
          <p:spPr>
            <a:xfrm>
              <a:off x="1718643" y="2963059"/>
              <a:ext cx="126000" cy="0"/>
            </a:xfrm>
            <a:prstGeom prst="straightConnector1">
              <a:avLst/>
            </a:prstGeom>
            <a:noFill/>
            <a:ln cap="flat" cmpd="sng" w="9525">
              <a:solidFill>
                <a:schemeClr val="dk1"/>
              </a:solidFill>
              <a:prstDash val="solid"/>
              <a:round/>
              <a:headEnd len="sm" w="sm" type="none"/>
              <a:tailEnd len="sm" w="sm" type="none"/>
            </a:ln>
          </p:spPr>
        </p:cxnSp>
        <p:cxnSp>
          <p:nvCxnSpPr>
            <p:cNvPr id="321" name="Google Shape;321;p1"/>
            <p:cNvCxnSpPr/>
            <p:nvPr/>
          </p:nvCxnSpPr>
          <p:spPr>
            <a:xfrm>
              <a:off x="1727644" y="3047776"/>
              <a:ext cx="108000" cy="0"/>
            </a:xfrm>
            <a:prstGeom prst="straightConnector1">
              <a:avLst/>
            </a:prstGeom>
            <a:noFill/>
            <a:ln cap="flat" cmpd="sng" w="9525">
              <a:solidFill>
                <a:schemeClr val="dk1"/>
              </a:solidFill>
              <a:prstDash val="solid"/>
              <a:round/>
              <a:headEnd len="sm" w="sm" type="none"/>
              <a:tailEnd len="sm" w="sm" type="none"/>
            </a:ln>
          </p:spPr>
        </p:cxnSp>
        <p:cxnSp>
          <p:nvCxnSpPr>
            <p:cNvPr id="322" name="Google Shape;322;p1"/>
            <p:cNvCxnSpPr/>
            <p:nvPr/>
          </p:nvCxnSpPr>
          <p:spPr>
            <a:xfrm>
              <a:off x="1736643" y="3132493"/>
              <a:ext cx="90000" cy="0"/>
            </a:xfrm>
            <a:prstGeom prst="straightConnector1">
              <a:avLst/>
            </a:prstGeom>
            <a:noFill/>
            <a:ln cap="flat" cmpd="sng" w="9525">
              <a:solidFill>
                <a:schemeClr val="dk1"/>
              </a:solidFill>
              <a:prstDash val="solid"/>
              <a:round/>
              <a:headEnd len="sm" w="sm" type="none"/>
              <a:tailEnd len="sm" w="sm" type="none"/>
            </a:ln>
          </p:spPr>
        </p:cxnSp>
        <p:cxnSp>
          <p:nvCxnSpPr>
            <p:cNvPr id="323" name="Google Shape;323;p1"/>
            <p:cNvCxnSpPr/>
            <p:nvPr/>
          </p:nvCxnSpPr>
          <p:spPr>
            <a:xfrm>
              <a:off x="1745644" y="3217210"/>
              <a:ext cx="72000" cy="0"/>
            </a:xfrm>
            <a:prstGeom prst="straightConnector1">
              <a:avLst/>
            </a:prstGeom>
            <a:noFill/>
            <a:ln cap="flat" cmpd="sng" w="9525">
              <a:solidFill>
                <a:schemeClr val="dk1"/>
              </a:solidFill>
              <a:prstDash val="solid"/>
              <a:round/>
              <a:headEnd len="sm" w="sm" type="none"/>
              <a:tailEnd len="sm" w="sm" type="none"/>
            </a:ln>
          </p:spPr>
        </p:cxnSp>
        <p:cxnSp>
          <p:nvCxnSpPr>
            <p:cNvPr id="324" name="Google Shape;324;p1"/>
            <p:cNvCxnSpPr/>
            <p:nvPr/>
          </p:nvCxnSpPr>
          <p:spPr>
            <a:xfrm>
              <a:off x="1754782" y="3301926"/>
              <a:ext cx="54000" cy="0"/>
            </a:xfrm>
            <a:prstGeom prst="straightConnector1">
              <a:avLst/>
            </a:prstGeom>
            <a:noFill/>
            <a:ln cap="flat" cmpd="sng" w="9525">
              <a:solidFill>
                <a:schemeClr val="dk1"/>
              </a:solidFill>
              <a:prstDash val="solid"/>
              <a:round/>
              <a:headEnd len="sm" w="sm" type="none"/>
              <a:tailEnd len="sm" w="sm" type="none"/>
            </a:ln>
          </p:spPr>
        </p:cxnSp>
        <p:cxnSp>
          <p:nvCxnSpPr>
            <p:cNvPr id="325" name="Google Shape;325;p1"/>
            <p:cNvCxnSpPr/>
            <p:nvPr/>
          </p:nvCxnSpPr>
          <p:spPr>
            <a:xfrm>
              <a:off x="1761939" y="3386643"/>
              <a:ext cx="36000" cy="0"/>
            </a:xfrm>
            <a:prstGeom prst="straightConnector1">
              <a:avLst/>
            </a:prstGeom>
            <a:noFill/>
            <a:ln cap="flat" cmpd="sng" w="9525">
              <a:solidFill>
                <a:schemeClr val="dk1"/>
              </a:solidFill>
              <a:prstDash val="solid"/>
              <a:round/>
              <a:headEnd len="sm" w="sm" type="none"/>
              <a:tailEnd len="sm" w="sm" type="none"/>
            </a:ln>
          </p:spPr>
        </p:cxnSp>
        <p:cxnSp>
          <p:nvCxnSpPr>
            <p:cNvPr id="326" name="Google Shape;326;p1"/>
            <p:cNvCxnSpPr/>
            <p:nvPr/>
          </p:nvCxnSpPr>
          <p:spPr>
            <a:xfrm>
              <a:off x="1696257" y="2751267"/>
              <a:ext cx="171022" cy="0"/>
            </a:xfrm>
            <a:prstGeom prst="straightConnector1">
              <a:avLst/>
            </a:prstGeom>
            <a:noFill/>
            <a:ln cap="flat" cmpd="sng" w="9525">
              <a:solidFill>
                <a:schemeClr val="dk1"/>
              </a:solidFill>
              <a:prstDash val="solid"/>
              <a:round/>
              <a:headEnd len="sm" w="sm" type="none"/>
              <a:tailEnd len="sm" w="sm" type="none"/>
            </a:ln>
          </p:spPr>
        </p:cxnSp>
        <p:cxnSp>
          <p:nvCxnSpPr>
            <p:cNvPr id="327" name="Google Shape;327;p1"/>
            <p:cNvCxnSpPr/>
            <p:nvPr/>
          </p:nvCxnSpPr>
          <p:spPr>
            <a:xfrm>
              <a:off x="1704818" y="2835984"/>
              <a:ext cx="153900" cy="0"/>
            </a:xfrm>
            <a:prstGeom prst="straightConnector1">
              <a:avLst/>
            </a:prstGeom>
            <a:noFill/>
            <a:ln cap="flat" cmpd="sng" w="9525">
              <a:solidFill>
                <a:schemeClr val="dk1"/>
              </a:solidFill>
              <a:prstDash val="solid"/>
              <a:round/>
              <a:headEnd len="sm" w="sm" type="none"/>
              <a:tailEnd len="sm" w="sm" type="none"/>
            </a:ln>
          </p:spPr>
        </p:cxnSp>
        <p:cxnSp>
          <p:nvCxnSpPr>
            <p:cNvPr id="328" name="Google Shape;328;p1"/>
            <p:cNvCxnSpPr/>
            <p:nvPr/>
          </p:nvCxnSpPr>
          <p:spPr>
            <a:xfrm>
              <a:off x="1713368" y="2920701"/>
              <a:ext cx="136800" cy="0"/>
            </a:xfrm>
            <a:prstGeom prst="straightConnector1">
              <a:avLst/>
            </a:prstGeom>
            <a:noFill/>
            <a:ln cap="flat" cmpd="sng" w="9525">
              <a:solidFill>
                <a:schemeClr val="dk1"/>
              </a:solidFill>
              <a:prstDash val="solid"/>
              <a:round/>
              <a:headEnd len="sm" w="sm" type="none"/>
              <a:tailEnd len="sm" w="sm" type="none"/>
            </a:ln>
          </p:spPr>
        </p:cxnSp>
        <p:cxnSp>
          <p:nvCxnSpPr>
            <p:cNvPr id="329" name="Google Shape;329;p1"/>
            <p:cNvCxnSpPr/>
            <p:nvPr/>
          </p:nvCxnSpPr>
          <p:spPr>
            <a:xfrm>
              <a:off x="1721918" y="3005417"/>
              <a:ext cx="119700" cy="0"/>
            </a:xfrm>
            <a:prstGeom prst="straightConnector1">
              <a:avLst/>
            </a:prstGeom>
            <a:noFill/>
            <a:ln cap="flat" cmpd="sng" w="9525">
              <a:solidFill>
                <a:schemeClr val="dk1"/>
              </a:solidFill>
              <a:prstDash val="solid"/>
              <a:round/>
              <a:headEnd len="sm" w="sm" type="none"/>
              <a:tailEnd len="sm" w="sm" type="none"/>
            </a:ln>
          </p:spPr>
        </p:cxnSp>
        <p:cxnSp>
          <p:nvCxnSpPr>
            <p:cNvPr id="330" name="Google Shape;330;p1"/>
            <p:cNvCxnSpPr/>
            <p:nvPr/>
          </p:nvCxnSpPr>
          <p:spPr>
            <a:xfrm>
              <a:off x="1730468" y="3090134"/>
              <a:ext cx="102600" cy="0"/>
            </a:xfrm>
            <a:prstGeom prst="straightConnector1">
              <a:avLst/>
            </a:prstGeom>
            <a:noFill/>
            <a:ln cap="flat" cmpd="sng" w="9525">
              <a:solidFill>
                <a:schemeClr val="dk1"/>
              </a:solidFill>
              <a:prstDash val="solid"/>
              <a:round/>
              <a:headEnd len="sm" w="sm" type="none"/>
              <a:tailEnd len="sm" w="sm" type="none"/>
            </a:ln>
          </p:spPr>
        </p:cxnSp>
        <p:cxnSp>
          <p:nvCxnSpPr>
            <p:cNvPr id="331" name="Google Shape;331;p1"/>
            <p:cNvCxnSpPr/>
            <p:nvPr/>
          </p:nvCxnSpPr>
          <p:spPr>
            <a:xfrm>
              <a:off x="1739018" y="3174851"/>
              <a:ext cx="85500" cy="0"/>
            </a:xfrm>
            <a:prstGeom prst="straightConnector1">
              <a:avLst/>
            </a:prstGeom>
            <a:noFill/>
            <a:ln cap="flat" cmpd="sng" w="9525">
              <a:solidFill>
                <a:schemeClr val="dk1"/>
              </a:solidFill>
              <a:prstDash val="solid"/>
              <a:round/>
              <a:headEnd len="sm" w="sm" type="none"/>
              <a:tailEnd len="sm" w="sm" type="none"/>
            </a:ln>
          </p:spPr>
        </p:cxnSp>
        <p:cxnSp>
          <p:nvCxnSpPr>
            <p:cNvPr id="332" name="Google Shape;332;p1"/>
            <p:cNvCxnSpPr/>
            <p:nvPr/>
          </p:nvCxnSpPr>
          <p:spPr>
            <a:xfrm>
              <a:off x="1747568" y="3259568"/>
              <a:ext cx="68400" cy="0"/>
            </a:xfrm>
            <a:prstGeom prst="straightConnector1">
              <a:avLst/>
            </a:prstGeom>
            <a:noFill/>
            <a:ln cap="flat" cmpd="sng" w="9525">
              <a:solidFill>
                <a:schemeClr val="dk1"/>
              </a:solidFill>
              <a:prstDash val="solid"/>
              <a:round/>
              <a:headEnd len="sm" w="sm" type="none"/>
              <a:tailEnd len="sm" w="sm" type="none"/>
            </a:ln>
          </p:spPr>
        </p:cxnSp>
        <p:cxnSp>
          <p:nvCxnSpPr>
            <p:cNvPr id="333" name="Google Shape;333;p1"/>
            <p:cNvCxnSpPr/>
            <p:nvPr/>
          </p:nvCxnSpPr>
          <p:spPr>
            <a:xfrm>
              <a:off x="1756250" y="3344284"/>
              <a:ext cx="51300" cy="0"/>
            </a:xfrm>
            <a:prstGeom prst="straightConnector1">
              <a:avLst/>
            </a:prstGeom>
            <a:noFill/>
            <a:ln cap="flat" cmpd="sng" w="9525">
              <a:solidFill>
                <a:schemeClr val="dk1"/>
              </a:solidFill>
              <a:prstDash val="solid"/>
              <a:round/>
              <a:headEnd len="sm" w="sm" type="none"/>
              <a:tailEnd len="sm" w="sm" type="none"/>
            </a:ln>
          </p:spPr>
        </p:cxnSp>
        <p:cxnSp>
          <p:nvCxnSpPr>
            <p:cNvPr id="334" name="Google Shape;334;p1"/>
            <p:cNvCxnSpPr/>
            <p:nvPr/>
          </p:nvCxnSpPr>
          <p:spPr>
            <a:xfrm>
              <a:off x="1763048" y="3429001"/>
              <a:ext cx="34200" cy="0"/>
            </a:xfrm>
            <a:prstGeom prst="straightConnector1">
              <a:avLst/>
            </a:prstGeom>
            <a:noFill/>
            <a:ln cap="flat" cmpd="sng" w="9525">
              <a:solidFill>
                <a:schemeClr val="dk1"/>
              </a:solidFill>
              <a:prstDash val="solid"/>
              <a:round/>
              <a:headEnd len="sm" w="sm" type="none"/>
              <a:tailEnd len="sm" w="sm" type="none"/>
            </a:ln>
          </p:spPr>
        </p:cxnSp>
      </p:grpSp>
      <p:grpSp>
        <p:nvGrpSpPr>
          <p:cNvPr id="335" name="Google Shape;335;p1"/>
          <p:cNvGrpSpPr/>
          <p:nvPr/>
        </p:nvGrpSpPr>
        <p:grpSpPr>
          <a:xfrm rot="10800000">
            <a:off x="2411725" y="2058651"/>
            <a:ext cx="180023" cy="352903"/>
            <a:chOff x="1691632" y="2708909"/>
            <a:chExt cx="180023" cy="705806"/>
          </a:xfrm>
        </p:grpSpPr>
        <p:cxnSp>
          <p:nvCxnSpPr>
            <p:cNvPr id="336" name="Google Shape;336;p1"/>
            <p:cNvCxnSpPr/>
            <p:nvPr/>
          </p:nvCxnSpPr>
          <p:spPr>
            <a:xfrm>
              <a:off x="1691632" y="2708909"/>
              <a:ext cx="180023" cy="0"/>
            </a:xfrm>
            <a:prstGeom prst="straightConnector1">
              <a:avLst/>
            </a:prstGeom>
            <a:noFill/>
            <a:ln cap="flat" cmpd="sng" w="9525">
              <a:solidFill>
                <a:schemeClr val="dk1"/>
              </a:solidFill>
              <a:prstDash val="solid"/>
              <a:round/>
              <a:headEnd len="sm" w="sm" type="none"/>
              <a:tailEnd len="sm" w="sm" type="none"/>
            </a:ln>
          </p:spPr>
        </p:cxnSp>
        <p:cxnSp>
          <p:nvCxnSpPr>
            <p:cNvPr id="337" name="Google Shape;337;p1"/>
            <p:cNvCxnSpPr/>
            <p:nvPr/>
          </p:nvCxnSpPr>
          <p:spPr>
            <a:xfrm>
              <a:off x="1700643" y="2793626"/>
              <a:ext cx="162000" cy="0"/>
            </a:xfrm>
            <a:prstGeom prst="straightConnector1">
              <a:avLst/>
            </a:prstGeom>
            <a:noFill/>
            <a:ln cap="flat" cmpd="sng" w="9525">
              <a:solidFill>
                <a:schemeClr val="dk1"/>
              </a:solidFill>
              <a:prstDash val="solid"/>
              <a:round/>
              <a:headEnd len="sm" w="sm" type="none"/>
              <a:tailEnd len="sm" w="sm" type="none"/>
            </a:ln>
          </p:spPr>
        </p:cxnSp>
        <p:cxnSp>
          <p:nvCxnSpPr>
            <p:cNvPr id="338" name="Google Shape;338;p1"/>
            <p:cNvCxnSpPr/>
            <p:nvPr/>
          </p:nvCxnSpPr>
          <p:spPr>
            <a:xfrm>
              <a:off x="1709644" y="2878343"/>
              <a:ext cx="144000" cy="0"/>
            </a:xfrm>
            <a:prstGeom prst="straightConnector1">
              <a:avLst/>
            </a:prstGeom>
            <a:noFill/>
            <a:ln cap="flat" cmpd="sng" w="9525">
              <a:solidFill>
                <a:schemeClr val="dk1"/>
              </a:solidFill>
              <a:prstDash val="solid"/>
              <a:round/>
              <a:headEnd len="sm" w="sm" type="none"/>
              <a:tailEnd len="sm" w="sm" type="none"/>
            </a:ln>
          </p:spPr>
        </p:cxnSp>
        <p:cxnSp>
          <p:nvCxnSpPr>
            <p:cNvPr id="339" name="Google Shape;339;p1"/>
            <p:cNvCxnSpPr/>
            <p:nvPr/>
          </p:nvCxnSpPr>
          <p:spPr>
            <a:xfrm>
              <a:off x="1718643" y="2963059"/>
              <a:ext cx="126000" cy="0"/>
            </a:xfrm>
            <a:prstGeom prst="straightConnector1">
              <a:avLst/>
            </a:prstGeom>
            <a:noFill/>
            <a:ln cap="flat" cmpd="sng" w="9525">
              <a:solidFill>
                <a:schemeClr val="dk1"/>
              </a:solidFill>
              <a:prstDash val="solid"/>
              <a:round/>
              <a:headEnd len="sm" w="sm" type="none"/>
              <a:tailEnd len="sm" w="sm" type="none"/>
            </a:ln>
          </p:spPr>
        </p:cxnSp>
        <p:cxnSp>
          <p:nvCxnSpPr>
            <p:cNvPr id="340" name="Google Shape;340;p1"/>
            <p:cNvCxnSpPr/>
            <p:nvPr/>
          </p:nvCxnSpPr>
          <p:spPr>
            <a:xfrm>
              <a:off x="1727644" y="3047776"/>
              <a:ext cx="108000" cy="0"/>
            </a:xfrm>
            <a:prstGeom prst="straightConnector1">
              <a:avLst/>
            </a:prstGeom>
            <a:noFill/>
            <a:ln cap="flat" cmpd="sng" w="9525">
              <a:solidFill>
                <a:schemeClr val="dk1"/>
              </a:solidFill>
              <a:prstDash val="solid"/>
              <a:round/>
              <a:headEnd len="sm" w="sm" type="none"/>
              <a:tailEnd len="sm" w="sm" type="none"/>
            </a:ln>
          </p:spPr>
        </p:cxnSp>
        <p:cxnSp>
          <p:nvCxnSpPr>
            <p:cNvPr id="341" name="Google Shape;341;p1"/>
            <p:cNvCxnSpPr/>
            <p:nvPr/>
          </p:nvCxnSpPr>
          <p:spPr>
            <a:xfrm>
              <a:off x="1736643" y="3132493"/>
              <a:ext cx="90000" cy="0"/>
            </a:xfrm>
            <a:prstGeom prst="straightConnector1">
              <a:avLst/>
            </a:prstGeom>
            <a:noFill/>
            <a:ln cap="flat" cmpd="sng" w="9525">
              <a:solidFill>
                <a:schemeClr val="dk1"/>
              </a:solidFill>
              <a:prstDash val="solid"/>
              <a:round/>
              <a:headEnd len="sm" w="sm" type="none"/>
              <a:tailEnd len="sm" w="sm" type="none"/>
            </a:ln>
          </p:spPr>
        </p:cxnSp>
        <p:cxnSp>
          <p:nvCxnSpPr>
            <p:cNvPr id="342" name="Google Shape;342;p1"/>
            <p:cNvCxnSpPr/>
            <p:nvPr/>
          </p:nvCxnSpPr>
          <p:spPr>
            <a:xfrm>
              <a:off x="1745644" y="3217210"/>
              <a:ext cx="72000" cy="0"/>
            </a:xfrm>
            <a:prstGeom prst="straightConnector1">
              <a:avLst/>
            </a:prstGeom>
            <a:noFill/>
            <a:ln cap="flat" cmpd="sng" w="9525">
              <a:solidFill>
                <a:schemeClr val="dk1"/>
              </a:solidFill>
              <a:prstDash val="solid"/>
              <a:round/>
              <a:headEnd len="sm" w="sm" type="none"/>
              <a:tailEnd len="sm" w="sm" type="none"/>
            </a:ln>
          </p:spPr>
        </p:cxnSp>
        <p:cxnSp>
          <p:nvCxnSpPr>
            <p:cNvPr id="343" name="Google Shape;343;p1"/>
            <p:cNvCxnSpPr/>
            <p:nvPr/>
          </p:nvCxnSpPr>
          <p:spPr>
            <a:xfrm>
              <a:off x="1754782" y="3301926"/>
              <a:ext cx="54000" cy="0"/>
            </a:xfrm>
            <a:prstGeom prst="straightConnector1">
              <a:avLst/>
            </a:prstGeom>
            <a:noFill/>
            <a:ln cap="flat" cmpd="sng" w="9525">
              <a:solidFill>
                <a:schemeClr val="dk1"/>
              </a:solidFill>
              <a:prstDash val="solid"/>
              <a:round/>
              <a:headEnd len="sm" w="sm" type="none"/>
              <a:tailEnd len="sm" w="sm" type="none"/>
            </a:ln>
          </p:spPr>
        </p:cxnSp>
        <p:cxnSp>
          <p:nvCxnSpPr>
            <p:cNvPr id="344" name="Google Shape;344;p1"/>
            <p:cNvCxnSpPr/>
            <p:nvPr/>
          </p:nvCxnSpPr>
          <p:spPr>
            <a:xfrm>
              <a:off x="1759558" y="3377119"/>
              <a:ext cx="39600" cy="0"/>
            </a:xfrm>
            <a:prstGeom prst="straightConnector1">
              <a:avLst/>
            </a:prstGeom>
            <a:noFill/>
            <a:ln cap="flat" cmpd="sng" w="9525">
              <a:solidFill>
                <a:schemeClr val="dk1"/>
              </a:solidFill>
              <a:prstDash val="solid"/>
              <a:round/>
              <a:headEnd len="sm" w="sm" type="none"/>
              <a:tailEnd len="sm" w="sm" type="none"/>
            </a:ln>
          </p:spPr>
        </p:cxnSp>
        <p:cxnSp>
          <p:nvCxnSpPr>
            <p:cNvPr id="345" name="Google Shape;345;p1"/>
            <p:cNvCxnSpPr/>
            <p:nvPr/>
          </p:nvCxnSpPr>
          <p:spPr>
            <a:xfrm>
              <a:off x="1696257" y="2751267"/>
              <a:ext cx="171022" cy="0"/>
            </a:xfrm>
            <a:prstGeom prst="straightConnector1">
              <a:avLst/>
            </a:prstGeom>
            <a:noFill/>
            <a:ln cap="flat" cmpd="sng" w="9525">
              <a:solidFill>
                <a:schemeClr val="dk1"/>
              </a:solidFill>
              <a:prstDash val="solid"/>
              <a:round/>
              <a:headEnd len="sm" w="sm" type="none"/>
              <a:tailEnd len="sm" w="sm" type="none"/>
            </a:ln>
          </p:spPr>
        </p:cxnSp>
        <p:cxnSp>
          <p:nvCxnSpPr>
            <p:cNvPr id="346" name="Google Shape;346;p1"/>
            <p:cNvCxnSpPr/>
            <p:nvPr/>
          </p:nvCxnSpPr>
          <p:spPr>
            <a:xfrm>
              <a:off x="1704818" y="2835984"/>
              <a:ext cx="153900" cy="0"/>
            </a:xfrm>
            <a:prstGeom prst="straightConnector1">
              <a:avLst/>
            </a:prstGeom>
            <a:noFill/>
            <a:ln cap="flat" cmpd="sng" w="9525">
              <a:solidFill>
                <a:schemeClr val="dk1"/>
              </a:solidFill>
              <a:prstDash val="solid"/>
              <a:round/>
              <a:headEnd len="sm" w="sm" type="none"/>
              <a:tailEnd len="sm" w="sm" type="none"/>
            </a:ln>
          </p:spPr>
        </p:cxnSp>
        <p:cxnSp>
          <p:nvCxnSpPr>
            <p:cNvPr id="347" name="Google Shape;347;p1"/>
            <p:cNvCxnSpPr/>
            <p:nvPr/>
          </p:nvCxnSpPr>
          <p:spPr>
            <a:xfrm>
              <a:off x="1713368" y="2920701"/>
              <a:ext cx="136800" cy="0"/>
            </a:xfrm>
            <a:prstGeom prst="straightConnector1">
              <a:avLst/>
            </a:prstGeom>
            <a:noFill/>
            <a:ln cap="flat" cmpd="sng" w="9525">
              <a:solidFill>
                <a:schemeClr val="dk1"/>
              </a:solidFill>
              <a:prstDash val="solid"/>
              <a:round/>
              <a:headEnd len="sm" w="sm" type="none"/>
              <a:tailEnd len="sm" w="sm" type="none"/>
            </a:ln>
          </p:spPr>
        </p:cxnSp>
        <p:cxnSp>
          <p:nvCxnSpPr>
            <p:cNvPr id="348" name="Google Shape;348;p1"/>
            <p:cNvCxnSpPr/>
            <p:nvPr/>
          </p:nvCxnSpPr>
          <p:spPr>
            <a:xfrm>
              <a:off x="1721918" y="3005417"/>
              <a:ext cx="119700" cy="0"/>
            </a:xfrm>
            <a:prstGeom prst="straightConnector1">
              <a:avLst/>
            </a:prstGeom>
            <a:noFill/>
            <a:ln cap="flat" cmpd="sng" w="9525">
              <a:solidFill>
                <a:schemeClr val="dk1"/>
              </a:solidFill>
              <a:prstDash val="solid"/>
              <a:round/>
              <a:headEnd len="sm" w="sm" type="none"/>
              <a:tailEnd len="sm" w="sm" type="none"/>
            </a:ln>
          </p:spPr>
        </p:cxnSp>
        <p:cxnSp>
          <p:nvCxnSpPr>
            <p:cNvPr id="349" name="Google Shape;349;p1"/>
            <p:cNvCxnSpPr/>
            <p:nvPr/>
          </p:nvCxnSpPr>
          <p:spPr>
            <a:xfrm>
              <a:off x="1730468" y="3090134"/>
              <a:ext cx="102600" cy="0"/>
            </a:xfrm>
            <a:prstGeom prst="straightConnector1">
              <a:avLst/>
            </a:prstGeom>
            <a:noFill/>
            <a:ln cap="flat" cmpd="sng" w="9525">
              <a:solidFill>
                <a:schemeClr val="dk1"/>
              </a:solidFill>
              <a:prstDash val="solid"/>
              <a:round/>
              <a:headEnd len="sm" w="sm" type="none"/>
              <a:tailEnd len="sm" w="sm" type="none"/>
            </a:ln>
          </p:spPr>
        </p:cxnSp>
        <p:cxnSp>
          <p:nvCxnSpPr>
            <p:cNvPr id="350" name="Google Shape;350;p1"/>
            <p:cNvCxnSpPr/>
            <p:nvPr/>
          </p:nvCxnSpPr>
          <p:spPr>
            <a:xfrm>
              <a:off x="1739018" y="3174851"/>
              <a:ext cx="85500" cy="0"/>
            </a:xfrm>
            <a:prstGeom prst="straightConnector1">
              <a:avLst/>
            </a:prstGeom>
            <a:noFill/>
            <a:ln cap="flat" cmpd="sng" w="9525">
              <a:solidFill>
                <a:schemeClr val="dk1"/>
              </a:solidFill>
              <a:prstDash val="solid"/>
              <a:round/>
              <a:headEnd len="sm" w="sm" type="none"/>
              <a:tailEnd len="sm" w="sm" type="none"/>
            </a:ln>
          </p:spPr>
        </p:cxnSp>
        <p:cxnSp>
          <p:nvCxnSpPr>
            <p:cNvPr id="351" name="Google Shape;351;p1"/>
            <p:cNvCxnSpPr/>
            <p:nvPr/>
          </p:nvCxnSpPr>
          <p:spPr>
            <a:xfrm>
              <a:off x="1747568" y="3259568"/>
              <a:ext cx="68400" cy="0"/>
            </a:xfrm>
            <a:prstGeom prst="straightConnector1">
              <a:avLst/>
            </a:prstGeom>
            <a:noFill/>
            <a:ln cap="flat" cmpd="sng" w="9525">
              <a:solidFill>
                <a:schemeClr val="dk1"/>
              </a:solidFill>
              <a:prstDash val="solid"/>
              <a:round/>
              <a:headEnd len="sm" w="sm" type="none"/>
              <a:tailEnd len="sm" w="sm" type="none"/>
            </a:ln>
          </p:spPr>
        </p:cxnSp>
        <p:cxnSp>
          <p:nvCxnSpPr>
            <p:cNvPr id="352" name="Google Shape;352;p1"/>
            <p:cNvCxnSpPr/>
            <p:nvPr/>
          </p:nvCxnSpPr>
          <p:spPr>
            <a:xfrm>
              <a:off x="1758631" y="3339521"/>
              <a:ext cx="46800" cy="0"/>
            </a:xfrm>
            <a:prstGeom prst="straightConnector1">
              <a:avLst/>
            </a:prstGeom>
            <a:noFill/>
            <a:ln cap="flat" cmpd="sng" w="9525">
              <a:solidFill>
                <a:schemeClr val="dk1"/>
              </a:solidFill>
              <a:prstDash val="solid"/>
              <a:round/>
              <a:headEnd len="sm" w="sm" type="none"/>
              <a:tailEnd len="sm" w="sm" type="none"/>
            </a:ln>
          </p:spPr>
        </p:cxnSp>
        <p:cxnSp>
          <p:nvCxnSpPr>
            <p:cNvPr id="353" name="Google Shape;353;p1"/>
            <p:cNvCxnSpPr/>
            <p:nvPr/>
          </p:nvCxnSpPr>
          <p:spPr>
            <a:xfrm>
              <a:off x="1763048" y="3414715"/>
              <a:ext cx="34200" cy="0"/>
            </a:xfrm>
            <a:prstGeom prst="straightConnector1">
              <a:avLst/>
            </a:prstGeom>
            <a:noFill/>
            <a:ln cap="flat" cmpd="sng" w="9525">
              <a:solidFill>
                <a:schemeClr val="dk1"/>
              </a:solidFill>
              <a:prstDash val="solid"/>
              <a:round/>
              <a:headEnd len="sm" w="sm" type="none"/>
              <a:tailEnd len="sm" w="sm" type="none"/>
            </a:ln>
          </p:spPr>
        </p:cxnSp>
      </p:grpSp>
      <p:grpSp>
        <p:nvGrpSpPr>
          <p:cNvPr id="354" name="Google Shape;354;p1"/>
          <p:cNvGrpSpPr/>
          <p:nvPr/>
        </p:nvGrpSpPr>
        <p:grpSpPr>
          <a:xfrm>
            <a:off x="424213" y="5290168"/>
            <a:ext cx="207646" cy="207646"/>
            <a:chOff x="2471502" y="3068954"/>
            <a:chExt cx="3420437" cy="3420437"/>
          </a:xfrm>
        </p:grpSpPr>
        <p:sp>
          <p:nvSpPr>
            <p:cNvPr id="355" name="Google Shape;355;p1"/>
            <p:cNvSpPr/>
            <p:nvPr/>
          </p:nvSpPr>
          <p:spPr>
            <a:xfrm>
              <a:off x="3491862" y="4149092"/>
              <a:ext cx="1260161" cy="1260161"/>
            </a:xfrm>
            <a:prstGeom prst="ellipse">
              <a:avLst/>
            </a:prstGeom>
            <a:solidFill>
              <a:srgbClr val="CC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 name="Google Shape;356;p1"/>
            <p:cNvSpPr/>
            <p:nvPr/>
          </p:nvSpPr>
          <p:spPr>
            <a:xfrm>
              <a:off x="2471502" y="3068954"/>
              <a:ext cx="3420437" cy="3420437"/>
            </a:xfrm>
            <a:prstGeom prst="quadArrow">
              <a:avLst>
                <a:gd fmla="val 6289" name="adj1"/>
                <a:gd fmla="val 8991" name="adj2"/>
                <a:gd fmla="val 22500" name="adj3"/>
              </a:avLst>
            </a:prstGeom>
            <a:solidFill>
              <a:srgbClr val="CC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1"/>
            <p:cNvSpPr/>
            <p:nvPr/>
          </p:nvSpPr>
          <p:spPr>
            <a:xfrm rot="1800000">
              <a:off x="3741010" y="4611209"/>
              <a:ext cx="360046" cy="180023"/>
            </a:xfrm>
            <a:prstGeom prst="flowChartDecision">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1"/>
            <p:cNvSpPr/>
            <p:nvPr/>
          </p:nvSpPr>
          <p:spPr>
            <a:xfrm flipH="1" rot="-1800000">
              <a:off x="4185036" y="4606794"/>
              <a:ext cx="365643" cy="183255"/>
            </a:xfrm>
            <a:prstGeom prst="flowChartDecision">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359" name="Google Shape;359;p1"/>
          <p:cNvGrpSpPr/>
          <p:nvPr/>
        </p:nvGrpSpPr>
        <p:grpSpPr>
          <a:xfrm>
            <a:off x="366646" y="5865460"/>
            <a:ext cx="262695" cy="244407"/>
            <a:chOff x="5055594" y="250360"/>
            <a:chExt cx="2189128" cy="2036729"/>
          </a:xfrm>
        </p:grpSpPr>
        <p:sp>
          <p:nvSpPr>
            <p:cNvPr id="360" name="Google Shape;360;p1"/>
            <p:cNvSpPr/>
            <p:nvPr/>
          </p:nvSpPr>
          <p:spPr>
            <a:xfrm rot="2700000">
              <a:off x="5353866" y="548632"/>
              <a:ext cx="1440184" cy="1440184"/>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
            <p:cNvSpPr/>
            <p:nvPr/>
          </p:nvSpPr>
          <p:spPr>
            <a:xfrm rot="2700000">
              <a:off x="5365940" y="642013"/>
              <a:ext cx="1292487" cy="1253422"/>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
            <p:cNvSpPr/>
            <p:nvPr/>
          </p:nvSpPr>
          <p:spPr>
            <a:xfrm rot="2700000">
              <a:off x="5531135" y="771195"/>
              <a:ext cx="962099" cy="1074627"/>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
            <p:cNvSpPr/>
            <p:nvPr/>
          </p:nvSpPr>
          <p:spPr>
            <a:xfrm rot="-8100000">
              <a:off x="5506266" y="548633"/>
              <a:ext cx="1440184" cy="1440184"/>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
            <p:cNvSpPr/>
            <p:nvPr/>
          </p:nvSpPr>
          <p:spPr>
            <a:xfrm rot="-8100000">
              <a:off x="5641889" y="642014"/>
              <a:ext cx="1292487" cy="1253422"/>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
            <p:cNvSpPr/>
            <p:nvPr/>
          </p:nvSpPr>
          <p:spPr>
            <a:xfrm rot="-8100000">
              <a:off x="5807082" y="691627"/>
              <a:ext cx="962099" cy="1074627"/>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6" name="Google Shape;366;p1"/>
          <p:cNvSpPr/>
          <p:nvPr/>
        </p:nvSpPr>
        <p:spPr>
          <a:xfrm>
            <a:off x="402439" y="6171023"/>
            <a:ext cx="180022" cy="180022"/>
          </a:xfrm>
          <a:prstGeom prst="sun">
            <a:avLst>
              <a:gd fmla="val 25000" name="adj"/>
            </a:avLst>
          </a:prstGeom>
          <a:solidFill>
            <a:schemeClr val="lt1"/>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p1"/>
          <p:cNvSpPr txBox="1"/>
          <p:nvPr/>
        </p:nvSpPr>
        <p:spPr>
          <a:xfrm>
            <a:off x="268964" y="4702518"/>
            <a:ext cx="1332151"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Overlock"/>
                <a:ea typeface="Overlock"/>
                <a:cs typeface="Overlock"/>
                <a:sym typeface="Overlock"/>
              </a:rPr>
              <a:t>DM attention markers</a:t>
            </a:r>
            <a:endParaRPr sz="1400">
              <a:solidFill>
                <a:schemeClr val="dk1"/>
              </a:solidFill>
              <a:latin typeface="Overlock"/>
              <a:ea typeface="Overlock"/>
              <a:cs typeface="Overlock"/>
              <a:sym typeface="Overlock"/>
            </a:endParaRPr>
          </a:p>
        </p:txBody>
      </p:sp>
      <p:sp>
        <p:nvSpPr>
          <p:cNvPr id="368" name="Google Shape;368;p1"/>
          <p:cNvSpPr txBox="1"/>
          <p:nvPr/>
        </p:nvSpPr>
        <p:spPr>
          <a:xfrm>
            <a:off x="762485" y="5309071"/>
            <a:ext cx="93251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Creature</a:t>
            </a:r>
            <a:endParaRPr sz="1050">
              <a:solidFill>
                <a:schemeClr val="dk1"/>
              </a:solidFill>
              <a:latin typeface="Overlock"/>
              <a:ea typeface="Overlock"/>
              <a:cs typeface="Overlock"/>
              <a:sym typeface="Overlock"/>
            </a:endParaRPr>
          </a:p>
        </p:txBody>
      </p:sp>
      <p:sp>
        <p:nvSpPr>
          <p:cNvPr id="369" name="Google Shape;369;p1"/>
          <p:cNvSpPr txBox="1"/>
          <p:nvPr/>
        </p:nvSpPr>
        <p:spPr>
          <a:xfrm>
            <a:off x="762485" y="5570068"/>
            <a:ext cx="93251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Smell</a:t>
            </a:r>
            <a:endParaRPr sz="1050">
              <a:solidFill>
                <a:schemeClr val="dk1"/>
              </a:solidFill>
              <a:latin typeface="Overlock"/>
              <a:ea typeface="Overlock"/>
              <a:cs typeface="Overlock"/>
              <a:sym typeface="Overlock"/>
            </a:endParaRPr>
          </a:p>
        </p:txBody>
      </p:sp>
      <p:sp>
        <p:nvSpPr>
          <p:cNvPr id="370" name="Google Shape;370;p1"/>
          <p:cNvSpPr txBox="1"/>
          <p:nvPr/>
        </p:nvSpPr>
        <p:spPr>
          <a:xfrm>
            <a:off x="762485" y="5857422"/>
            <a:ext cx="93251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Sound</a:t>
            </a:r>
            <a:endParaRPr sz="1050">
              <a:solidFill>
                <a:schemeClr val="dk1"/>
              </a:solidFill>
              <a:latin typeface="Overlock"/>
              <a:ea typeface="Overlock"/>
              <a:cs typeface="Overlock"/>
              <a:sym typeface="Overlock"/>
            </a:endParaRPr>
          </a:p>
        </p:txBody>
      </p:sp>
      <p:sp>
        <p:nvSpPr>
          <p:cNvPr id="371" name="Google Shape;371;p1"/>
          <p:cNvSpPr txBox="1"/>
          <p:nvPr/>
        </p:nvSpPr>
        <p:spPr>
          <a:xfrm>
            <a:off x="772213" y="6136042"/>
            <a:ext cx="93251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50">
                <a:solidFill>
                  <a:schemeClr val="dk1"/>
                </a:solidFill>
                <a:latin typeface="Overlock"/>
                <a:ea typeface="Overlock"/>
                <a:cs typeface="Overlock"/>
                <a:sym typeface="Overlock"/>
              </a:rPr>
              <a:t>Light source</a:t>
            </a:r>
            <a:endParaRPr sz="1050">
              <a:solidFill>
                <a:schemeClr val="dk1"/>
              </a:solidFill>
              <a:latin typeface="Overlock"/>
              <a:ea typeface="Overlock"/>
              <a:cs typeface="Overlock"/>
              <a:sym typeface="Overlock"/>
            </a:endParaRPr>
          </a:p>
        </p:txBody>
      </p:sp>
      <p:sp>
        <p:nvSpPr>
          <p:cNvPr id="372" name="Google Shape;372;p1"/>
          <p:cNvSpPr txBox="1"/>
          <p:nvPr/>
        </p:nvSpPr>
        <p:spPr>
          <a:xfrm>
            <a:off x="800090" y="163167"/>
            <a:ext cx="25117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Overlock"/>
                <a:ea typeface="Overlock"/>
                <a:cs typeface="Overlock"/>
                <a:sym typeface="Overlock"/>
              </a:rPr>
              <a:t>DUNGEON.PPT</a:t>
            </a:r>
            <a:endParaRPr sz="2400">
              <a:solidFill>
                <a:schemeClr val="dk1"/>
              </a:solidFill>
              <a:latin typeface="Overlock"/>
              <a:ea typeface="Overlock"/>
              <a:cs typeface="Overlock"/>
              <a:sym typeface="Overlock"/>
            </a:endParaRPr>
          </a:p>
        </p:txBody>
      </p:sp>
      <p:sp>
        <p:nvSpPr>
          <p:cNvPr id="373" name="Google Shape;373;p1"/>
          <p:cNvSpPr txBox="1"/>
          <p:nvPr/>
        </p:nvSpPr>
        <p:spPr>
          <a:xfrm>
            <a:off x="219075" y="1884993"/>
            <a:ext cx="187165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Slab/traditional symbol</a:t>
            </a:r>
            <a:endParaRPr sz="1200">
              <a:solidFill>
                <a:schemeClr val="dk1"/>
              </a:solidFill>
              <a:latin typeface="Overlock"/>
              <a:ea typeface="Overlock"/>
              <a:cs typeface="Overlock"/>
              <a:sym typeface="Overlock"/>
            </a:endParaRPr>
          </a:p>
        </p:txBody>
      </p:sp>
      <p:grpSp>
        <p:nvGrpSpPr>
          <p:cNvPr id="374" name="Google Shape;374;p1"/>
          <p:cNvGrpSpPr/>
          <p:nvPr/>
        </p:nvGrpSpPr>
        <p:grpSpPr>
          <a:xfrm>
            <a:off x="791517" y="1224589"/>
            <a:ext cx="46207" cy="55951"/>
            <a:chOff x="9948863" y="1583531"/>
            <a:chExt cx="88106" cy="78582"/>
          </a:xfrm>
        </p:grpSpPr>
        <p:sp>
          <p:nvSpPr>
            <p:cNvPr id="375" name="Google Shape;375;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376" name="Google Shape;376;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377" name="Google Shape;377;p1"/>
          <p:cNvGrpSpPr/>
          <p:nvPr/>
        </p:nvGrpSpPr>
        <p:grpSpPr>
          <a:xfrm flipH="1">
            <a:off x="791517" y="1527035"/>
            <a:ext cx="46800" cy="57600"/>
            <a:chOff x="9948863" y="1583531"/>
            <a:chExt cx="88106" cy="78582"/>
          </a:xfrm>
        </p:grpSpPr>
        <p:sp>
          <p:nvSpPr>
            <p:cNvPr id="378" name="Google Shape;378;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379" name="Google Shape;379;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sp>
        <p:nvSpPr>
          <p:cNvPr id="380" name="Google Shape;380;p1"/>
          <p:cNvSpPr/>
          <p:nvPr/>
        </p:nvSpPr>
        <p:spPr>
          <a:xfrm>
            <a:off x="7632391" y="2341721"/>
            <a:ext cx="68580" cy="64770"/>
          </a:xfrm>
          <a:prstGeom prst="triangle">
            <a:avLst>
              <a:gd fmla="val 50000" name="adj"/>
            </a:avLst>
          </a:prstGeom>
          <a:solidFill>
            <a:schemeClr val="lt1"/>
          </a:solidFill>
          <a:ln cap="flat" cmpd="dbl"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1"/>
          <p:cNvSpPr txBox="1"/>
          <p:nvPr/>
        </p:nvSpPr>
        <p:spPr>
          <a:xfrm>
            <a:off x="7832610" y="601321"/>
            <a:ext cx="115715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Overlock"/>
                <a:ea typeface="Overlock"/>
                <a:cs typeface="Overlock"/>
                <a:sym typeface="Overlock"/>
              </a:rPr>
              <a:t>Pit (open)</a:t>
            </a:r>
            <a:endParaRPr sz="1200">
              <a:solidFill>
                <a:schemeClr val="dk1"/>
              </a:solidFill>
              <a:latin typeface="Overlock"/>
              <a:ea typeface="Overlock"/>
              <a:cs typeface="Overlock"/>
              <a:sym typeface="Overlock"/>
            </a:endParaRPr>
          </a:p>
        </p:txBody>
      </p:sp>
      <p:grpSp>
        <p:nvGrpSpPr>
          <p:cNvPr id="382" name="Google Shape;382;p1"/>
          <p:cNvGrpSpPr/>
          <p:nvPr/>
        </p:nvGrpSpPr>
        <p:grpSpPr>
          <a:xfrm>
            <a:off x="7633293" y="704060"/>
            <a:ext cx="90000" cy="90000"/>
            <a:chOff x="7633293" y="837824"/>
            <a:chExt cx="90000" cy="90000"/>
          </a:xfrm>
        </p:grpSpPr>
        <p:sp>
          <p:nvSpPr>
            <p:cNvPr id="383" name="Google Shape;383;p1"/>
            <p:cNvSpPr/>
            <p:nvPr/>
          </p:nvSpPr>
          <p:spPr>
            <a:xfrm>
              <a:off x="7633293" y="837824"/>
              <a:ext cx="90000" cy="9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t/>
              </a:r>
              <a:endParaRPr b="1" sz="800">
                <a:solidFill>
                  <a:schemeClr val="dk1"/>
                </a:solidFill>
                <a:latin typeface="Arial Rounded"/>
                <a:ea typeface="Arial Rounded"/>
                <a:cs typeface="Arial Rounded"/>
                <a:sym typeface="Arial Rounded"/>
              </a:endParaRPr>
            </a:p>
          </p:txBody>
        </p:sp>
        <p:sp>
          <p:nvSpPr>
            <p:cNvPr id="384" name="Google Shape;384;p1"/>
            <p:cNvSpPr/>
            <p:nvPr/>
          </p:nvSpPr>
          <p:spPr>
            <a:xfrm>
              <a:off x="7655837" y="857663"/>
              <a:ext cx="45719" cy="48621"/>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t/>
              </a:r>
              <a:endParaRPr b="1" sz="800">
                <a:solidFill>
                  <a:schemeClr val="dk1"/>
                </a:solidFill>
                <a:latin typeface="Arial Rounded"/>
                <a:ea typeface="Arial Rounded"/>
                <a:cs typeface="Arial Rounded"/>
                <a:sym typeface="Arial Rounded"/>
              </a:endParaRPr>
            </a:p>
          </p:txBody>
        </p:sp>
      </p:grpSp>
      <p:grpSp>
        <p:nvGrpSpPr>
          <p:cNvPr id="385" name="Google Shape;385;p1"/>
          <p:cNvGrpSpPr/>
          <p:nvPr/>
        </p:nvGrpSpPr>
        <p:grpSpPr>
          <a:xfrm>
            <a:off x="168579" y="84763"/>
            <a:ext cx="622938" cy="622938"/>
            <a:chOff x="2411724" y="3068954"/>
            <a:chExt cx="3420437" cy="3420437"/>
          </a:xfrm>
        </p:grpSpPr>
        <p:sp>
          <p:nvSpPr>
            <p:cNvPr id="386" name="Google Shape;386;p1"/>
            <p:cNvSpPr/>
            <p:nvPr/>
          </p:nvSpPr>
          <p:spPr>
            <a:xfrm>
              <a:off x="3491862" y="4149092"/>
              <a:ext cx="1260161" cy="1260161"/>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1"/>
            <p:cNvSpPr/>
            <p:nvPr/>
          </p:nvSpPr>
          <p:spPr>
            <a:xfrm>
              <a:off x="2411724" y="3068954"/>
              <a:ext cx="3420437" cy="3420437"/>
            </a:xfrm>
            <a:prstGeom prst="quadArrow">
              <a:avLst>
                <a:gd fmla="val 6289" name="adj1"/>
                <a:gd fmla="val 8991" name="adj2"/>
                <a:gd fmla="val 22500" name="adj3"/>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1"/>
            <p:cNvSpPr/>
            <p:nvPr/>
          </p:nvSpPr>
          <p:spPr>
            <a:xfrm rot="1800000">
              <a:off x="3741010" y="4611209"/>
              <a:ext cx="360046" cy="180023"/>
            </a:xfrm>
            <a:prstGeom prst="flowChartDecision">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 name="Google Shape;389;p1"/>
            <p:cNvSpPr/>
            <p:nvPr/>
          </p:nvSpPr>
          <p:spPr>
            <a:xfrm flipH="1" rot="-1800000">
              <a:off x="4185036" y="4606794"/>
              <a:ext cx="365643" cy="183255"/>
            </a:xfrm>
            <a:prstGeom prst="flowChartDecision">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90" name="Google Shape;390;p1"/>
          <p:cNvSpPr/>
          <p:nvPr/>
        </p:nvSpPr>
        <p:spPr>
          <a:xfrm>
            <a:off x="4250425" y="1739152"/>
            <a:ext cx="81464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600">
                <a:solidFill>
                  <a:schemeClr val="dk1"/>
                </a:solidFill>
                <a:latin typeface="Overlock"/>
                <a:ea typeface="Overlock"/>
                <a:cs typeface="Overlock"/>
                <a:sym typeface="Overlock"/>
              </a:rPr>
              <a:t>Ledges</a:t>
            </a:r>
            <a:endParaRPr sz="1800">
              <a:solidFill>
                <a:schemeClr val="dk1"/>
              </a:solidFill>
              <a:latin typeface="Overlock"/>
              <a:ea typeface="Overlock"/>
              <a:cs typeface="Overlock"/>
              <a:sym typeface="Overlock"/>
            </a:endParaRPr>
          </a:p>
        </p:txBody>
      </p:sp>
      <p:sp>
        <p:nvSpPr>
          <p:cNvPr id="391" name="Google Shape;391;p1"/>
          <p:cNvSpPr txBox="1"/>
          <p:nvPr/>
        </p:nvSpPr>
        <p:spPr>
          <a:xfrm>
            <a:off x="3311839" y="8563"/>
            <a:ext cx="5832161"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Overlock"/>
                <a:ea typeface="Overlock"/>
                <a:cs typeface="Overlock"/>
                <a:sym typeface="Overlock"/>
              </a:rPr>
              <a:t>Powerpoint resources for old-school-style adventure mapping</a:t>
            </a:r>
            <a:endParaRPr/>
          </a:p>
          <a:p>
            <a:pPr indent="0" lvl="0" marL="0" marR="0" rtl="0" algn="l">
              <a:spcBef>
                <a:spcPts val="0"/>
              </a:spcBef>
              <a:spcAft>
                <a:spcPts val="0"/>
              </a:spcAft>
              <a:buNone/>
            </a:pPr>
            <a:r>
              <a:rPr lang="en-GB" sz="1600">
                <a:solidFill>
                  <a:schemeClr val="dk1"/>
                </a:solidFill>
                <a:latin typeface="Overlock"/>
                <a:ea typeface="Overlock"/>
                <a:cs typeface="Overlock"/>
                <a:sym typeface="Overlock"/>
              </a:rPr>
              <a:t>Roger S.G. Sorolla 2011    </a:t>
            </a:r>
            <a:r>
              <a:rPr lang="en-GB" sz="1050">
                <a:solidFill>
                  <a:schemeClr val="dk1"/>
                </a:solidFill>
                <a:latin typeface="Libre Franklin"/>
                <a:ea typeface="Libre Franklin"/>
                <a:cs typeface="Libre Franklin"/>
                <a:sym typeface="Libre Franklin"/>
              </a:rPr>
              <a:t>CC license: </a:t>
            </a:r>
            <a:r>
              <a:rPr lang="en-GB" sz="1050" u="sng">
                <a:solidFill>
                  <a:schemeClr val="dk1"/>
                </a:solidFill>
                <a:latin typeface="Libre Franklin"/>
                <a:ea typeface="Libre Franklin"/>
                <a:cs typeface="Libre Franklin"/>
                <a:sym typeface="Libre Franklin"/>
                <a:hlinkClick r:id="rId4">
                  <a:extLst>
                    <a:ext uri="{A12FA001-AC4F-418D-AE19-62706E023703}">
                      <ahyp:hlinkClr val="tx"/>
                    </a:ext>
                  </a:extLst>
                </a:hlinkClick>
              </a:rPr>
              <a:t>http://creativecommons.org/licenses/by-sa/3.0/</a:t>
            </a:r>
            <a:r>
              <a:rPr lang="en-GB" sz="1050">
                <a:solidFill>
                  <a:schemeClr val="dk1"/>
                </a:solidFill>
                <a:latin typeface="Libre Franklin"/>
                <a:ea typeface="Libre Franklin"/>
                <a:cs typeface="Libre Franklin"/>
                <a:sym typeface="Libre Franklin"/>
              </a:rPr>
              <a:t>   </a:t>
            </a:r>
            <a:endParaRPr sz="1600">
              <a:solidFill>
                <a:schemeClr val="dk1"/>
              </a:solidFill>
              <a:latin typeface="Overlock"/>
              <a:ea typeface="Overlock"/>
              <a:cs typeface="Overlock"/>
              <a:sym typeface="Overlock"/>
            </a:endParaRPr>
          </a:p>
        </p:txBody>
      </p:sp>
      <p:grpSp>
        <p:nvGrpSpPr>
          <p:cNvPr id="392" name="Google Shape;392;p1"/>
          <p:cNvGrpSpPr/>
          <p:nvPr/>
        </p:nvGrpSpPr>
        <p:grpSpPr>
          <a:xfrm>
            <a:off x="2502199" y="5342800"/>
            <a:ext cx="266296" cy="272637"/>
            <a:chOff x="5271591" y="3748423"/>
            <a:chExt cx="266296" cy="272637"/>
          </a:xfrm>
        </p:grpSpPr>
        <p:grpSp>
          <p:nvGrpSpPr>
            <p:cNvPr id="393" name="Google Shape;393;p1"/>
            <p:cNvGrpSpPr/>
            <p:nvPr/>
          </p:nvGrpSpPr>
          <p:grpSpPr>
            <a:xfrm>
              <a:off x="5292092" y="3789047"/>
              <a:ext cx="227127" cy="232013"/>
              <a:chOff x="5292092" y="3789047"/>
              <a:chExt cx="227127" cy="232013"/>
            </a:xfrm>
          </p:grpSpPr>
          <p:sp>
            <p:nvSpPr>
              <p:cNvPr id="394" name="Google Shape;394;p1"/>
              <p:cNvSpPr/>
              <p:nvPr/>
            </p:nvSpPr>
            <p:spPr>
              <a:xfrm>
                <a:off x="5320107" y="3814876"/>
                <a:ext cx="170467" cy="179691"/>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
              <p:cNvSpPr/>
              <p:nvPr/>
            </p:nvSpPr>
            <p:spPr>
              <a:xfrm>
                <a:off x="5320107" y="3814876"/>
                <a:ext cx="170467" cy="179691"/>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6" name="Google Shape;396;p1"/>
              <p:cNvGrpSpPr/>
              <p:nvPr/>
            </p:nvGrpSpPr>
            <p:grpSpPr>
              <a:xfrm rot="1380000">
                <a:off x="5320422" y="3815208"/>
                <a:ext cx="170467" cy="179691"/>
                <a:chOff x="5850862" y="10351320"/>
                <a:chExt cx="720096" cy="720096"/>
              </a:xfrm>
            </p:grpSpPr>
            <p:sp>
              <p:nvSpPr>
                <p:cNvPr id="397" name="Google Shape;397;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9" name="Google Shape;399;p1"/>
              <p:cNvSpPr/>
              <p:nvPr/>
            </p:nvSpPr>
            <p:spPr>
              <a:xfrm>
                <a:off x="5319680" y="3815209"/>
                <a:ext cx="170466" cy="17969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1"/>
              <p:cNvSpPr/>
              <p:nvPr/>
            </p:nvSpPr>
            <p:spPr>
              <a:xfrm rot="5400000">
                <a:off x="5302691" y="3873224"/>
                <a:ext cx="78060" cy="61711"/>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1" name="Google Shape;401;p1"/>
              <p:cNvSpPr/>
              <p:nvPr/>
            </p:nvSpPr>
            <p:spPr>
              <a:xfrm rot="-1282801">
                <a:off x="5324823" y="3917061"/>
                <a:ext cx="64143" cy="1375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2" name="Google Shape;402;p1"/>
              <p:cNvSpPr/>
              <p:nvPr/>
            </p:nvSpPr>
            <p:spPr>
              <a:xfrm>
                <a:off x="5377623" y="3875379"/>
                <a:ext cx="54333" cy="5663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403" name="Google Shape;403;p1"/>
            <p:cNvSpPr/>
            <p:nvPr/>
          </p:nvSpPr>
          <p:spPr>
            <a:xfrm rot="-4100497">
              <a:off x="5309600" y="3770294"/>
              <a:ext cx="190278" cy="210964"/>
            </a:xfrm>
            <a:prstGeom prst="arc">
              <a:avLst>
                <a:gd fmla="val 16129076" name="adj1"/>
                <a:gd fmla="val 3068516" name="adj2"/>
              </a:avLst>
            </a:prstGeom>
            <a:noFill/>
            <a:ln cap="flat" cmpd="sng" w="9525">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4" name="Google Shape;404;p1"/>
          <p:cNvGrpSpPr/>
          <p:nvPr/>
        </p:nvGrpSpPr>
        <p:grpSpPr>
          <a:xfrm>
            <a:off x="2200760" y="5319372"/>
            <a:ext cx="245721" cy="269904"/>
            <a:chOff x="4829447" y="2704808"/>
            <a:chExt cx="245721" cy="269904"/>
          </a:xfrm>
        </p:grpSpPr>
        <p:grpSp>
          <p:nvGrpSpPr>
            <p:cNvPr id="405" name="Google Shape;405;p1"/>
            <p:cNvGrpSpPr/>
            <p:nvPr/>
          </p:nvGrpSpPr>
          <p:grpSpPr>
            <a:xfrm>
              <a:off x="4830599" y="2733226"/>
              <a:ext cx="236055" cy="236054"/>
              <a:chOff x="4768214" y="2650180"/>
              <a:chExt cx="944216" cy="944216"/>
            </a:xfrm>
          </p:grpSpPr>
          <p:grpSp>
            <p:nvGrpSpPr>
              <p:cNvPr id="406" name="Google Shape;406;p1"/>
              <p:cNvGrpSpPr/>
              <p:nvPr/>
            </p:nvGrpSpPr>
            <p:grpSpPr>
              <a:xfrm rot="1380000">
                <a:off x="4880274" y="2762240"/>
                <a:ext cx="720096" cy="720096"/>
                <a:chOff x="5850862" y="10351320"/>
                <a:chExt cx="720096" cy="720096"/>
              </a:xfrm>
            </p:grpSpPr>
            <p:sp>
              <p:nvSpPr>
                <p:cNvPr id="407" name="Google Shape;407;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9" name="Google Shape;409;p1"/>
              <p:cNvGrpSpPr/>
              <p:nvPr/>
            </p:nvGrpSpPr>
            <p:grpSpPr>
              <a:xfrm>
                <a:off x="4851384" y="2760909"/>
                <a:ext cx="747655" cy="721426"/>
                <a:chOff x="4851384" y="2760909"/>
                <a:chExt cx="747655" cy="721426"/>
              </a:xfrm>
            </p:grpSpPr>
            <p:grpSp>
              <p:nvGrpSpPr>
                <p:cNvPr id="410" name="Google Shape;410;p1"/>
                <p:cNvGrpSpPr/>
                <p:nvPr/>
              </p:nvGrpSpPr>
              <p:grpSpPr>
                <a:xfrm>
                  <a:off x="4878943" y="2760909"/>
                  <a:ext cx="720096" cy="720096"/>
                  <a:chOff x="5850862" y="10351320"/>
                  <a:chExt cx="720096" cy="720096"/>
                </a:xfrm>
              </p:grpSpPr>
              <p:sp>
                <p:nvSpPr>
                  <p:cNvPr id="411" name="Google Shape;411;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3" name="Google Shape;413;p1"/>
                <p:cNvSpPr/>
                <p:nvPr/>
              </p:nvSpPr>
              <p:spPr>
                <a:xfrm>
                  <a:off x="4877139" y="2762243"/>
                  <a:ext cx="720092" cy="72009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1"/>
                <p:cNvSpPr/>
                <p:nvPr/>
              </p:nvSpPr>
              <p:spPr>
                <a:xfrm rot="5400000">
                  <a:off x="4825317" y="2988041"/>
                  <a:ext cx="312819" cy="260684"/>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p1"/>
                <p:cNvSpPr/>
                <p:nvPr/>
              </p:nvSpPr>
              <p:spPr>
                <a:xfrm rot="1542936">
                  <a:off x="4886825" y="3005168"/>
                  <a:ext cx="276441" cy="66808"/>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1"/>
                <p:cNvSpPr/>
                <p:nvPr/>
              </p:nvSpPr>
              <p:spPr>
                <a:xfrm>
                  <a:off x="5121906" y="3003369"/>
                  <a:ext cx="229515" cy="22695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grpSp>
        <p:sp>
          <p:nvSpPr>
            <p:cNvPr id="417" name="Google Shape;417;p1"/>
            <p:cNvSpPr/>
            <p:nvPr/>
          </p:nvSpPr>
          <p:spPr>
            <a:xfrm rot="10800000">
              <a:off x="4829447" y="2704808"/>
              <a:ext cx="245721" cy="269904"/>
            </a:xfrm>
            <a:prstGeom prst="arc">
              <a:avLst>
                <a:gd fmla="val 13062295" name="adj1"/>
                <a:gd fmla="val 20016529" name="adj2"/>
              </a:avLst>
            </a:prstGeom>
            <a:noFill/>
            <a:ln cap="flat" cmpd="sng" w="9525">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8" name="Google Shape;418;p1"/>
          <p:cNvGrpSpPr/>
          <p:nvPr/>
        </p:nvGrpSpPr>
        <p:grpSpPr>
          <a:xfrm>
            <a:off x="2865947" y="5310891"/>
            <a:ext cx="266296" cy="278385"/>
            <a:chOff x="4265654" y="4976951"/>
            <a:chExt cx="266296" cy="278385"/>
          </a:xfrm>
        </p:grpSpPr>
        <p:sp>
          <p:nvSpPr>
            <p:cNvPr id="419" name="Google Shape;419;p1"/>
            <p:cNvSpPr/>
            <p:nvPr/>
          </p:nvSpPr>
          <p:spPr>
            <a:xfrm>
              <a:off x="4413196" y="5123367"/>
              <a:ext cx="64143" cy="1375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20" name="Google Shape;420;p1"/>
            <p:cNvGrpSpPr/>
            <p:nvPr/>
          </p:nvGrpSpPr>
          <p:grpSpPr>
            <a:xfrm>
              <a:off x="4286155" y="5017575"/>
              <a:ext cx="227127" cy="232013"/>
              <a:chOff x="5292092" y="3789047"/>
              <a:chExt cx="227127" cy="232013"/>
            </a:xfrm>
          </p:grpSpPr>
          <p:sp>
            <p:nvSpPr>
              <p:cNvPr id="421" name="Google Shape;421;p1"/>
              <p:cNvSpPr/>
              <p:nvPr/>
            </p:nvSpPr>
            <p:spPr>
              <a:xfrm>
                <a:off x="5320107" y="3814876"/>
                <a:ext cx="170467" cy="179691"/>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
              <p:cNvSpPr/>
              <p:nvPr/>
            </p:nvSpPr>
            <p:spPr>
              <a:xfrm>
                <a:off x="5320107" y="3814876"/>
                <a:ext cx="170467" cy="179691"/>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423" name="Google Shape;423;p1"/>
              <p:cNvGrpSpPr/>
              <p:nvPr/>
            </p:nvGrpSpPr>
            <p:grpSpPr>
              <a:xfrm rot="1380000">
                <a:off x="5320422" y="3815208"/>
                <a:ext cx="170467" cy="179691"/>
                <a:chOff x="5850862" y="10351320"/>
                <a:chExt cx="720096" cy="720096"/>
              </a:xfrm>
            </p:grpSpPr>
            <p:sp>
              <p:nvSpPr>
                <p:cNvPr id="424" name="Google Shape;424;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6" name="Google Shape;426;p1"/>
              <p:cNvSpPr/>
              <p:nvPr/>
            </p:nvSpPr>
            <p:spPr>
              <a:xfrm>
                <a:off x="5319680" y="3815209"/>
                <a:ext cx="170466" cy="17969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1"/>
              <p:cNvSpPr/>
              <p:nvPr/>
            </p:nvSpPr>
            <p:spPr>
              <a:xfrm rot="5400000">
                <a:off x="5305072" y="3875605"/>
                <a:ext cx="78060" cy="61711"/>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1"/>
              <p:cNvSpPr/>
              <p:nvPr/>
            </p:nvSpPr>
            <p:spPr>
              <a:xfrm>
                <a:off x="5377623" y="3875379"/>
                <a:ext cx="54333" cy="5663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429" name="Google Shape;429;p1"/>
            <p:cNvSpPr/>
            <p:nvPr/>
          </p:nvSpPr>
          <p:spPr>
            <a:xfrm rot="-4100497">
              <a:off x="4303663" y="4998822"/>
              <a:ext cx="190278" cy="210964"/>
            </a:xfrm>
            <a:prstGeom prst="arc">
              <a:avLst>
                <a:gd fmla="val 16129076" name="adj1"/>
                <a:gd fmla="val 3068516" name="adj2"/>
              </a:avLst>
            </a:prstGeom>
            <a:noFill/>
            <a:ln cap="flat" cmpd="sng" w="9525">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
            <p:cNvSpPr/>
            <p:nvPr/>
          </p:nvSpPr>
          <p:spPr>
            <a:xfrm rot="10800000">
              <a:off x="4285802" y="4985432"/>
              <a:ext cx="245721" cy="269904"/>
            </a:xfrm>
            <a:prstGeom prst="arc">
              <a:avLst>
                <a:gd fmla="val 13062295" name="adj1"/>
                <a:gd fmla="val 20016529" name="adj2"/>
              </a:avLst>
            </a:prstGeom>
            <a:noFill/>
            <a:ln cap="flat" cmpd="sng" w="9525">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1" name="Google Shape;431;p1"/>
          <p:cNvGrpSpPr/>
          <p:nvPr/>
        </p:nvGrpSpPr>
        <p:grpSpPr>
          <a:xfrm>
            <a:off x="2195856" y="3913705"/>
            <a:ext cx="472109" cy="472109"/>
            <a:chOff x="3734298" y="1701494"/>
            <a:chExt cx="944216" cy="944216"/>
          </a:xfrm>
        </p:grpSpPr>
        <p:grpSp>
          <p:nvGrpSpPr>
            <p:cNvPr id="432" name="Google Shape;432;p1"/>
            <p:cNvGrpSpPr/>
            <p:nvPr/>
          </p:nvGrpSpPr>
          <p:grpSpPr>
            <a:xfrm>
              <a:off x="3734298" y="1701494"/>
              <a:ext cx="944216" cy="944216"/>
              <a:chOff x="2187600" y="3248977"/>
              <a:chExt cx="944216" cy="944216"/>
            </a:xfrm>
          </p:grpSpPr>
          <p:sp>
            <p:nvSpPr>
              <p:cNvPr id="433" name="Google Shape;433;p1"/>
              <p:cNvSpPr/>
              <p:nvPr/>
            </p:nvSpPr>
            <p:spPr>
              <a:xfrm>
                <a:off x="2740622" y="3684400"/>
                <a:ext cx="277422" cy="68548"/>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34" name="Google Shape;434;p1"/>
              <p:cNvGrpSpPr/>
              <p:nvPr/>
            </p:nvGrpSpPr>
            <p:grpSpPr>
              <a:xfrm>
                <a:off x="2298329" y="3359706"/>
                <a:ext cx="720096" cy="720096"/>
                <a:chOff x="5850862" y="10351320"/>
                <a:chExt cx="720096" cy="720096"/>
              </a:xfrm>
            </p:grpSpPr>
            <p:sp>
              <p:nvSpPr>
                <p:cNvPr id="435" name="Google Shape;435;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7" name="Google Shape;437;p1"/>
              <p:cNvGrpSpPr/>
              <p:nvPr/>
            </p:nvGrpSpPr>
            <p:grpSpPr>
              <a:xfrm rot="1380000">
                <a:off x="2299660" y="3361037"/>
                <a:ext cx="720096" cy="720096"/>
                <a:chOff x="5850862" y="10351320"/>
                <a:chExt cx="720096" cy="720096"/>
              </a:xfrm>
            </p:grpSpPr>
            <p:sp>
              <p:nvSpPr>
                <p:cNvPr id="438" name="Google Shape;438;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0" name="Google Shape;440;p1"/>
              <p:cNvSpPr/>
              <p:nvPr/>
            </p:nvSpPr>
            <p:spPr>
              <a:xfrm>
                <a:off x="2541292" y="3602167"/>
                <a:ext cx="229515" cy="226953"/>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1" name="Google Shape;441;p1"/>
              <p:cNvSpPr/>
              <p:nvPr/>
            </p:nvSpPr>
            <p:spPr>
              <a:xfrm>
                <a:off x="2296525" y="3361041"/>
                <a:ext cx="720092" cy="72009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2" name="Google Shape;442;p1"/>
              <p:cNvSpPr/>
              <p:nvPr/>
            </p:nvSpPr>
            <p:spPr>
              <a:xfrm rot="10800000">
                <a:off x="2415865" y="3486816"/>
                <a:ext cx="487442" cy="460903"/>
              </a:xfrm>
              <a:prstGeom prst="arc">
                <a:avLst>
                  <a:gd fmla="val 14770490" name="adj1"/>
                  <a:gd fmla="val 14308" name="adj2"/>
                </a:avLst>
              </a:prstGeom>
              <a:noFill/>
              <a:ln cap="flat" cmpd="sng" w="1270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
              <p:cNvSpPr/>
              <p:nvPr/>
            </p:nvSpPr>
            <p:spPr>
              <a:xfrm rot="-4086257">
                <a:off x="2415271" y="3482664"/>
                <a:ext cx="487442" cy="460903"/>
              </a:xfrm>
              <a:prstGeom prst="arc">
                <a:avLst>
                  <a:gd fmla="val 16129076" name="adj1"/>
                  <a:gd fmla="val 14308" name="adj2"/>
                </a:avLst>
              </a:prstGeom>
              <a:noFill/>
              <a:ln cap="flat" cmpd="sng" w="1270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4" name="Google Shape;444;p1"/>
            <p:cNvSpPr/>
            <p:nvPr/>
          </p:nvSpPr>
          <p:spPr>
            <a:xfrm rot="5400000">
              <a:off x="3779921" y="2039356"/>
              <a:ext cx="312819" cy="260684"/>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45" name="Google Shape;445;p1"/>
          <p:cNvGrpSpPr/>
          <p:nvPr/>
        </p:nvGrpSpPr>
        <p:grpSpPr>
          <a:xfrm>
            <a:off x="2198628" y="4834985"/>
            <a:ext cx="472109" cy="472109"/>
            <a:chOff x="7342612" y="2961130"/>
            <a:chExt cx="944216" cy="944216"/>
          </a:xfrm>
        </p:grpSpPr>
        <p:grpSp>
          <p:nvGrpSpPr>
            <p:cNvPr id="446" name="Google Shape;446;p1"/>
            <p:cNvGrpSpPr/>
            <p:nvPr/>
          </p:nvGrpSpPr>
          <p:grpSpPr>
            <a:xfrm>
              <a:off x="7453341" y="3071859"/>
              <a:ext cx="720096" cy="720096"/>
              <a:chOff x="5850862" y="10351320"/>
              <a:chExt cx="720096" cy="720096"/>
            </a:xfrm>
          </p:grpSpPr>
          <p:sp>
            <p:nvSpPr>
              <p:cNvPr id="447" name="Google Shape;447;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9" name="Google Shape;449;p1"/>
            <p:cNvGrpSpPr/>
            <p:nvPr/>
          </p:nvGrpSpPr>
          <p:grpSpPr>
            <a:xfrm rot="1380000">
              <a:off x="7454672" y="3073190"/>
              <a:ext cx="720096" cy="720096"/>
              <a:chOff x="5850862" y="10351320"/>
              <a:chExt cx="720096" cy="720096"/>
            </a:xfrm>
          </p:grpSpPr>
          <p:sp>
            <p:nvSpPr>
              <p:cNvPr id="450" name="Google Shape;450;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2" name="Google Shape;452;p1"/>
            <p:cNvSpPr/>
            <p:nvPr/>
          </p:nvSpPr>
          <p:spPr>
            <a:xfrm>
              <a:off x="7696304" y="3314319"/>
              <a:ext cx="229515" cy="226953"/>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53" name="Google Shape;453;p1"/>
            <p:cNvSpPr/>
            <p:nvPr/>
          </p:nvSpPr>
          <p:spPr>
            <a:xfrm>
              <a:off x="7451537" y="3073193"/>
              <a:ext cx="720092" cy="72009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 name="Google Shape;454;p1"/>
            <p:cNvSpPr/>
            <p:nvPr/>
          </p:nvSpPr>
          <p:spPr>
            <a:xfrm rot="10800000">
              <a:off x="7564743" y="3208812"/>
              <a:ext cx="487442" cy="460903"/>
            </a:xfrm>
            <a:prstGeom prst="arc">
              <a:avLst>
                <a:gd fmla="val 14770490" name="adj1"/>
                <a:gd fmla="val 14308" name="adj2"/>
              </a:avLst>
            </a:prstGeom>
            <a:noFill/>
            <a:ln cap="flat" cmpd="sng" w="1270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
            <p:cNvSpPr/>
            <p:nvPr/>
          </p:nvSpPr>
          <p:spPr>
            <a:xfrm rot="5400000">
              <a:off x="7388235" y="3298991"/>
              <a:ext cx="312819" cy="260684"/>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 name="Google Shape;456;p1"/>
            <p:cNvSpPr/>
            <p:nvPr/>
          </p:nvSpPr>
          <p:spPr>
            <a:xfrm rot="1542936">
              <a:off x="7468769" y="3313624"/>
              <a:ext cx="244868" cy="61624"/>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57" name="Google Shape;457;p1"/>
          <p:cNvGrpSpPr/>
          <p:nvPr/>
        </p:nvGrpSpPr>
        <p:grpSpPr>
          <a:xfrm>
            <a:off x="2198629" y="4377572"/>
            <a:ext cx="472109" cy="472109"/>
            <a:chOff x="4143373" y="2680062"/>
            <a:chExt cx="944216" cy="944216"/>
          </a:xfrm>
        </p:grpSpPr>
        <p:grpSp>
          <p:nvGrpSpPr>
            <p:cNvPr id="458" name="Google Shape;458;p1"/>
            <p:cNvGrpSpPr/>
            <p:nvPr/>
          </p:nvGrpSpPr>
          <p:grpSpPr>
            <a:xfrm>
              <a:off x="4254102" y="2790791"/>
              <a:ext cx="720096" cy="720096"/>
              <a:chOff x="5850862" y="10351320"/>
              <a:chExt cx="720096" cy="720096"/>
            </a:xfrm>
          </p:grpSpPr>
          <p:sp>
            <p:nvSpPr>
              <p:cNvPr id="459" name="Google Shape;459;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1" name="Google Shape;461;p1"/>
            <p:cNvGrpSpPr/>
            <p:nvPr/>
          </p:nvGrpSpPr>
          <p:grpSpPr>
            <a:xfrm rot="1380000">
              <a:off x="4255433" y="2792122"/>
              <a:ext cx="720096" cy="720096"/>
              <a:chOff x="5850862" y="10351320"/>
              <a:chExt cx="720096" cy="720096"/>
            </a:xfrm>
          </p:grpSpPr>
          <p:sp>
            <p:nvSpPr>
              <p:cNvPr id="462" name="Google Shape;462;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4" name="Google Shape;464;p1"/>
            <p:cNvSpPr/>
            <p:nvPr/>
          </p:nvSpPr>
          <p:spPr>
            <a:xfrm>
              <a:off x="4252298" y="2792126"/>
              <a:ext cx="720092" cy="72009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1"/>
            <p:cNvSpPr/>
            <p:nvPr/>
          </p:nvSpPr>
          <p:spPr>
            <a:xfrm rot="-4100497">
              <a:off x="4371044" y="2913749"/>
              <a:ext cx="487442" cy="460903"/>
            </a:xfrm>
            <a:prstGeom prst="arc">
              <a:avLst>
                <a:gd fmla="val 16129076" name="adj1"/>
                <a:gd fmla="val 14308" name="adj2"/>
              </a:avLst>
            </a:prstGeom>
            <a:noFill/>
            <a:ln cap="flat" cmpd="sng" w="1270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
            <p:cNvSpPr/>
            <p:nvPr/>
          </p:nvSpPr>
          <p:spPr>
            <a:xfrm rot="5400000">
              <a:off x="4188996" y="3017924"/>
              <a:ext cx="312819" cy="260684"/>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7" name="Google Shape;467;p1"/>
            <p:cNvSpPr/>
            <p:nvPr/>
          </p:nvSpPr>
          <p:spPr>
            <a:xfrm rot="-1282801">
              <a:off x="4261164" y="3202570"/>
              <a:ext cx="270956" cy="5512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1"/>
            <p:cNvSpPr/>
            <p:nvPr/>
          </p:nvSpPr>
          <p:spPr>
            <a:xfrm>
              <a:off x="4497065" y="3033252"/>
              <a:ext cx="229515" cy="226953"/>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grpSp>
        <p:nvGrpSpPr>
          <p:cNvPr id="469" name="Google Shape;469;p1"/>
          <p:cNvGrpSpPr/>
          <p:nvPr/>
        </p:nvGrpSpPr>
        <p:grpSpPr>
          <a:xfrm>
            <a:off x="2533140" y="5670214"/>
            <a:ext cx="266296" cy="270256"/>
            <a:chOff x="4882963" y="4695268"/>
            <a:chExt cx="266296" cy="270256"/>
          </a:xfrm>
        </p:grpSpPr>
        <p:grpSp>
          <p:nvGrpSpPr>
            <p:cNvPr id="470" name="Google Shape;470;p1"/>
            <p:cNvGrpSpPr/>
            <p:nvPr/>
          </p:nvGrpSpPr>
          <p:grpSpPr>
            <a:xfrm>
              <a:off x="4893940" y="4733511"/>
              <a:ext cx="227127" cy="232013"/>
              <a:chOff x="5292092" y="3789047"/>
              <a:chExt cx="227127" cy="232013"/>
            </a:xfrm>
          </p:grpSpPr>
          <p:sp>
            <p:nvSpPr>
              <p:cNvPr id="471" name="Google Shape;471;p1"/>
              <p:cNvSpPr/>
              <p:nvPr/>
            </p:nvSpPr>
            <p:spPr>
              <a:xfrm>
                <a:off x="5320107" y="3814876"/>
                <a:ext cx="170467" cy="179691"/>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
              <p:cNvSpPr/>
              <p:nvPr/>
            </p:nvSpPr>
            <p:spPr>
              <a:xfrm>
                <a:off x="5320107" y="3814876"/>
                <a:ext cx="170467" cy="179691"/>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3" name="Google Shape;473;p1"/>
              <p:cNvGrpSpPr/>
              <p:nvPr/>
            </p:nvGrpSpPr>
            <p:grpSpPr>
              <a:xfrm rot="1380000">
                <a:off x="5320422" y="3815208"/>
                <a:ext cx="170467" cy="179691"/>
                <a:chOff x="5850862" y="10351320"/>
                <a:chExt cx="720096" cy="720096"/>
              </a:xfrm>
            </p:grpSpPr>
            <p:sp>
              <p:nvSpPr>
                <p:cNvPr id="474" name="Google Shape;474;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6" name="Google Shape;476;p1"/>
              <p:cNvSpPr/>
              <p:nvPr/>
            </p:nvSpPr>
            <p:spPr>
              <a:xfrm>
                <a:off x="5319680" y="3815209"/>
                <a:ext cx="170466" cy="17969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1"/>
              <p:cNvSpPr/>
              <p:nvPr/>
            </p:nvSpPr>
            <p:spPr>
              <a:xfrm rot="5400000">
                <a:off x="5302691" y="3873224"/>
                <a:ext cx="78060" cy="61711"/>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8" name="Google Shape;478;p1"/>
              <p:cNvSpPr/>
              <p:nvPr/>
            </p:nvSpPr>
            <p:spPr>
              <a:xfrm rot="-1282801">
                <a:off x="5324823" y="3919442"/>
                <a:ext cx="64143" cy="1375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9" name="Google Shape;479;p1"/>
              <p:cNvSpPr/>
              <p:nvPr/>
            </p:nvSpPr>
            <p:spPr>
              <a:xfrm>
                <a:off x="5377623" y="3875379"/>
                <a:ext cx="54333" cy="5663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480" name="Google Shape;480;p1"/>
            <p:cNvSpPr/>
            <p:nvPr/>
          </p:nvSpPr>
          <p:spPr>
            <a:xfrm rot="-4100497">
              <a:off x="4920972" y="4717139"/>
              <a:ext cx="190278" cy="210964"/>
            </a:xfrm>
            <a:prstGeom prst="arc">
              <a:avLst>
                <a:gd fmla="val 16129076" name="adj1"/>
                <a:gd fmla="val 3068516" name="adj2"/>
              </a:avLst>
            </a:prstGeom>
            <a:noFill/>
            <a:ln cap="flat" cmpd="sng" w="9525">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1" name="Google Shape;481;p1"/>
          <p:cNvGrpSpPr/>
          <p:nvPr/>
        </p:nvGrpSpPr>
        <p:grpSpPr>
          <a:xfrm>
            <a:off x="2200760" y="5679418"/>
            <a:ext cx="245721" cy="269904"/>
            <a:chOff x="4863967" y="4371211"/>
            <a:chExt cx="245721" cy="269904"/>
          </a:xfrm>
        </p:grpSpPr>
        <p:grpSp>
          <p:nvGrpSpPr>
            <p:cNvPr id="482" name="Google Shape;482;p1"/>
            <p:cNvGrpSpPr/>
            <p:nvPr/>
          </p:nvGrpSpPr>
          <p:grpSpPr>
            <a:xfrm>
              <a:off x="4867500" y="4394867"/>
              <a:ext cx="236055" cy="236054"/>
              <a:chOff x="4768214" y="2650180"/>
              <a:chExt cx="944216" cy="944216"/>
            </a:xfrm>
          </p:grpSpPr>
          <p:grpSp>
            <p:nvGrpSpPr>
              <p:cNvPr id="483" name="Google Shape;483;p1"/>
              <p:cNvGrpSpPr/>
              <p:nvPr/>
            </p:nvGrpSpPr>
            <p:grpSpPr>
              <a:xfrm rot="1380000">
                <a:off x="4880274" y="2762240"/>
                <a:ext cx="720096" cy="720096"/>
                <a:chOff x="5850862" y="10351320"/>
                <a:chExt cx="720096" cy="720096"/>
              </a:xfrm>
            </p:grpSpPr>
            <p:sp>
              <p:nvSpPr>
                <p:cNvPr id="484" name="Google Shape;484;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6" name="Google Shape;486;p1"/>
              <p:cNvGrpSpPr/>
              <p:nvPr/>
            </p:nvGrpSpPr>
            <p:grpSpPr>
              <a:xfrm>
                <a:off x="4851384" y="2760909"/>
                <a:ext cx="747655" cy="721426"/>
                <a:chOff x="4851384" y="2760909"/>
                <a:chExt cx="747655" cy="721426"/>
              </a:xfrm>
            </p:grpSpPr>
            <p:grpSp>
              <p:nvGrpSpPr>
                <p:cNvPr id="487" name="Google Shape;487;p1"/>
                <p:cNvGrpSpPr/>
                <p:nvPr/>
              </p:nvGrpSpPr>
              <p:grpSpPr>
                <a:xfrm>
                  <a:off x="4878943" y="2760909"/>
                  <a:ext cx="720096" cy="720096"/>
                  <a:chOff x="5850862" y="10351320"/>
                  <a:chExt cx="720096" cy="720096"/>
                </a:xfrm>
              </p:grpSpPr>
              <p:sp>
                <p:nvSpPr>
                  <p:cNvPr id="488" name="Google Shape;488;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0" name="Google Shape;490;p1"/>
                <p:cNvSpPr/>
                <p:nvPr/>
              </p:nvSpPr>
              <p:spPr>
                <a:xfrm>
                  <a:off x="5121906" y="3003369"/>
                  <a:ext cx="229515" cy="22695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91" name="Google Shape;491;p1"/>
                <p:cNvSpPr/>
                <p:nvPr/>
              </p:nvSpPr>
              <p:spPr>
                <a:xfrm>
                  <a:off x="4877139" y="2762243"/>
                  <a:ext cx="720092" cy="72009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2" name="Google Shape;492;p1"/>
                <p:cNvSpPr/>
                <p:nvPr/>
              </p:nvSpPr>
              <p:spPr>
                <a:xfrm rot="5400000">
                  <a:off x="4825317" y="2988041"/>
                  <a:ext cx="312819" cy="260684"/>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3" name="Google Shape;493;p1"/>
                <p:cNvSpPr/>
                <p:nvPr/>
              </p:nvSpPr>
              <p:spPr>
                <a:xfrm rot="1542936">
                  <a:off x="4877302" y="3005167"/>
                  <a:ext cx="276442" cy="66809"/>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494" name="Google Shape;494;p1"/>
            <p:cNvSpPr/>
            <p:nvPr/>
          </p:nvSpPr>
          <p:spPr>
            <a:xfrm rot="10800000">
              <a:off x="4863967" y="4371211"/>
              <a:ext cx="245721" cy="269904"/>
            </a:xfrm>
            <a:prstGeom prst="arc">
              <a:avLst>
                <a:gd fmla="val 13062295" name="adj1"/>
                <a:gd fmla="val 20016529" name="adj2"/>
              </a:avLst>
            </a:prstGeom>
            <a:noFill/>
            <a:ln cap="flat" cmpd="sng" w="9525">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95" name="Google Shape;495;p1"/>
          <p:cNvGrpSpPr/>
          <p:nvPr/>
        </p:nvGrpSpPr>
        <p:grpSpPr>
          <a:xfrm>
            <a:off x="2849366" y="5661181"/>
            <a:ext cx="266296" cy="288141"/>
            <a:chOff x="4859041" y="4980121"/>
            <a:chExt cx="266296" cy="288141"/>
          </a:xfrm>
        </p:grpSpPr>
        <p:sp>
          <p:nvSpPr>
            <p:cNvPr id="496" name="Google Shape;496;p1"/>
            <p:cNvSpPr/>
            <p:nvPr/>
          </p:nvSpPr>
          <p:spPr>
            <a:xfrm>
              <a:off x="5000885" y="5126537"/>
              <a:ext cx="64143" cy="1375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1"/>
            <p:cNvSpPr/>
            <p:nvPr/>
          </p:nvSpPr>
          <p:spPr>
            <a:xfrm>
              <a:off x="4901859" y="5046574"/>
              <a:ext cx="170467" cy="179691"/>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
            <p:cNvSpPr/>
            <p:nvPr/>
          </p:nvSpPr>
          <p:spPr>
            <a:xfrm>
              <a:off x="4901859" y="5046574"/>
              <a:ext cx="170467" cy="179691"/>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499" name="Google Shape;499;p1"/>
            <p:cNvGrpSpPr/>
            <p:nvPr/>
          </p:nvGrpSpPr>
          <p:grpSpPr>
            <a:xfrm rot="1380000">
              <a:off x="4902174" y="5046906"/>
              <a:ext cx="170467" cy="179691"/>
              <a:chOff x="5850862" y="10351320"/>
              <a:chExt cx="720096" cy="720096"/>
            </a:xfrm>
          </p:grpSpPr>
          <p:sp>
            <p:nvSpPr>
              <p:cNvPr id="500" name="Google Shape;500;p1"/>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2" name="Google Shape;502;p1"/>
            <p:cNvSpPr/>
            <p:nvPr/>
          </p:nvSpPr>
          <p:spPr>
            <a:xfrm>
              <a:off x="4901432" y="5046907"/>
              <a:ext cx="170466" cy="17969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1"/>
            <p:cNvSpPr/>
            <p:nvPr/>
          </p:nvSpPr>
          <p:spPr>
            <a:xfrm rot="5400000">
              <a:off x="4886824" y="5107303"/>
              <a:ext cx="78060" cy="61711"/>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4" name="Google Shape;504;p1"/>
            <p:cNvSpPr/>
            <p:nvPr/>
          </p:nvSpPr>
          <p:spPr>
            <a:xfrm>
              <a:off x="4959375" y="5107077"/>
              <a:ext cx="54333" cy="5663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5" name="Google Shape;505;p1"/>
            <p:cNvSpPr/>
            <p:nvPr/>
          </p:nvSpPr>
          <p:spPr>
            <a:xfrm rot="-4100497">
              <a:off x="4897050" y="5001992"/>
              <a:ext cx="190278" cy="210964"/>
            </a:xfrm>
            <a:prstGeom prst="arc">
              <a:avLst>
                <a:gd fmla="val 16129076" name="adj1"/>
                <a:gd fmla="val 3068516" name="adj2"/>
              </a:avLst>
            </a:prstGeom>
            <a:noFill/>
            <a:ln cap="flat" cmpd="sng" w="9525">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
            <p:cNvSpPr/>
            <p:nvPr/>
          </p:nvSpPr>
          <p:spPr>
            <a:xfrm rot="10800000">
              <a:off x="4859909" y="4998358"/>
              <a:ext cx="245721" cy="269904"/>
            </a:xfrm>
            <a:prstGeom prst="arc">
              <a:avLst>
                <a:gd fmla="val 13062295" name="adj1"/>
                <a:gd fmla="val 20016529" name="adj2"/>
              </a:avLst>
            </a:prstGeom>
            <a:noFill/>
            <a:ln cap="flat" cmpd="sng" w="9525">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7" name="Google Shape;507;p1"/>
          <p:cNvGrpSpPr/>
          <p:nvPr/>
        </p:nvGrpSpPr>
        <p:grpSpPr>
          <a:xfrm>
            <a:off x="2735925" y="3916875"/>
            <a:ext cx="472108" cy="472108"/>
            <a:chOff x="4693218" y="2941929"/>
            <a:chExt cx="472108" cy="472108"/>
          </a:xfrm>
        </p:grpSpPr>
        <p:sp>
          <p:nvSpPr>
            <p:cNvPr id="508" name="Google Shape;508;p1"/>
            <p:cNvSpPr/>
            <p:nvPr/>
          </p:nvSpPr>
          <p:spPr>
            <a:xfrm>
              <a:off x="4969729" y="3159640"/>
              <a:ext cx="138711" cy="34274"/>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09" name="Google Shape;509;p1"/>
            <p:cNvGrpSpPr/>
            <p:nvPr/>
          </p:nvGrpSpPr>
          <p:grpSpPr>
            <a:xfrm>
              <a:off x="4748582" y="2997293"/>
              <a:ext cx="360048" cy="360048"/>
              <a:chOff x="5850862" y="10351320"/>
              <a:chExt cx="720096" cy="720096"/>
            </a:xfrm>
          </p:grpSpPr>
          <p:sp>
            <p:nvSpPr>
              <p:cNvPr id="510" name="Google Shape;510;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12" name="Google Shape;512;p1"/>
            <p:cNvGrpSpPr/>
            <p:nvPr/>
          </p:nvGrpSpPr>
          <p:grpSpPr>
            <a:xfrm rot="1380000">
              <a:off x="4749248" y="2997959"/>
              <a:ext cx="360048" cy="360048"/>
              <a:chOff x="5850862" y="10351320"/>
              <a:chExt cx="720096" cy="720096"/>
            </a:xfrm>
          </p:grpSpPr>
          <p:sp>
            <p:nvSpPr>
              <p:cNvPr id="513" name="Google Shape;513;p1"/>
              <p:cNvSpPr/>
              <p:nvPr/>
            </p:nvSpPr>
            <p:spPr>
              <a:xfrm>
                <a:off x="5850862" y="10351320"/>
                <a:ext cx="720096" cy="720096"/>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
              <p:cNvSpPr/>
              <p:nvPr/>
            </p:nvSpPr>
            <p:spPr>
              <a:xfrm>
                <a:off x="5850862" y="10351320"/>
                <a:ext cx="720096" cy="720096"/>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5" name="Google Shape;515;p1"/>
            <p:cNvSpPr/>
            <p:nvPr/>
          </p:nvSpPr>
          <p:spPr>
            <a:xfrm>
              <a:off x="4870064" y="3118524"/>
              <a:ext cx="114758" cy="113477"/>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16" name="Google Shape;516;p1"/>
            <p:cNvSpPr/>
            <p:nvPr/>
          </p:nvSpPr>
          <p:spPr>
            <a:xfrm>
              <a:off x="4747680" y="2997961"/>
              <a:ext cx="360046" cy="360046"/>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1"/>
            <p:cNvSpPr/>
            <p:nvPr/>
          </p:nvSpPr>
          <p:spPr>
            <a:xfrm rot="10800000">
              <a:off x="4807350" y="3060848"/>
              <a:ext cx="243721" cy="230452"/>
            </a:xfrm>
            <a:prstGeom prst="arc">
              <a:avLst>
                <a:gd fmla="val 14957500" name="adj1"/>
                <a:gd fmla="val 20247884" name="adj2"/>
              </a:avLst>
            </a:prstGeom>
            <a:noFill/>
            <a:ln cap="flat" cmpd="sng" w="12700">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1"/>
            <p:cNvSpPr/>
            <p:nvPr/>
          </p:nvSpPr>
          <p:spPr>
            <a:xfrm rot="-4086257">
              <a:off x="4807053" y="3058772"/>
              <a:ext cx="243721" cy="230452"/>
            </a:xfrm>
            <a:prstGeom prst="arc">
              <a:avLst>
                <a:gd fmla="val 16129076" name="adj1"/>
                <a:gd fmla="val 102569" name="adj2"/>
              </a:avLst>
            </a:prstGeom>
            <a:noFill/>
            <a:ln cap="flat" cmpd="sng" w="12700">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
            <p:cNvSpPr/>
            <p:nvPr/>
          </p:nvSpPr>
          <p:spPr>
            <a:xfrm rot="5400000">
              <a:off x="4716029" y="3110860"/>
              <a:ext cx="156410" cy="130342"/>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20" name="Google Shape;520;p1"/>
          <p:cNvSpPr/>
          <p:nvPr/>
        </p:nvSpPr>
        <p:spPr>
          <a:xfrm rot="1380000">
            <a:off x="2794728" y="4894185"/>
            <a:ext cx="360048" cy="360048"/>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1"/>
          <p:cNvSpPr/>
          <p:nvPr/>
        </p:nvSpPr>
        <p:spPr>
          <a:xfrm rot="1380000">
            <a:off x="2794728" y="4894185"/>
            <a:ext cx="360048" cy="360048"/>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522" name="Google Shape;522;p1"/>
          <p:cNvGrpSpPr/>
          <p:nvPr/>
        </p:nvGrpSpPr>
        <p:grpSpPr>
          <a:xfrm>
            <a:off x="2774543" y="4893519"/>
            <a:ext cx="379567" cy="360714"/>
            <a:chOff x="4731836" y="3918573"/>
            <a:chExt cx="379567" cy="360714"/>
          </a:xfrm>
        </p:grpSpPr>
        <p:sp>
          <p:nvSpPr>
            <p:cNvPr id="523" name="Google Shape;523;p1"/>
            <p:cNvSpPr/>
            <p:nvPr/>
          </p:nvSpPr>
          <p:spPr>
            <a:xfrm>
              <a:off x="4751355" y="3918573"/>
              <a:ext cx="360048" cy="360048"/>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1"/>
            <p:cNvSpPr/>
            <p:nvPr/>
          </p:nvSpPr>
          <p:spPr>
            <a:xfrm>
              <a:off x="4751355" y="3918573"/>
              <a:ext cx="360048" cy="360048"/>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1"/>
            <p:cNvSpPr/>
            <p:nvPr/>
          </p:nvSpPr>
          <p:spPr>
            <a:xfrm>
              <a:off x="4872837" y="4039804"/>
              <a:ext cx="114758" cy="113477"/>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6" name="Google Shape;526;p1"/>
            <p:cNvSpPr/>
            <p:nvPr/>
          </p:nvSpPr>
          <p:spPr>
            <a:xfrm>
              <a:off x="4750453" y="3919241"/>
              <a:ext cx="360046" cy="360046"/>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 name="Google Shape;527;p1"/>
            <p:cNvSpPr/>
            <p:nvPr/>
          </p:nvSpPr>
          <p:spPr>
            <a:xfrm rot="10800000">
              <a:off x="4807056" y="3987050"/>
              <a:ext cx="243721" cy="230452"/>
            </a:xfrm>
            <a:prstGeom prst="arc">
              <a:avLst>
                <a:gd fmla="val 14770490" name="adj1"/>
                <a:gd fmla="val 20399907" name="adj2"/>
              </a:avLst>
            </a:prstGeom>
            <a:noFill/>
            <a:ln cap="flat" cmpd="sng" w="12700">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1"/>
            <p:cNvSpPr/>
            <p:nvPr/>
          </p:nvSpPr>
          <p:spPr>
            <a:xfrm rot="5400000">
              <a:off x="4718802" y="4032140"/>
              <a:ext cx="156410" cy="130342"/>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 name="Google Shape;529;p1"/>
            <p:cNvSpPr/>
            <p:nvPr/>
          </p:nvSpPr>
          <p:spPr>
            <a:xfrm rot="1542936">
              <a:off x="4759069" y="4039456"/>
              <a:ext cx="122434" cy="30812"/>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30" name="Google Shape;530;p1"/>
          <p:cNvSpPr/>
          <p:nvPr/>
        </p:nvSpPr>
        <p:spPr>
          <a:xfrm rot="1380000">
            <a:off x="2794728" y="4436772"/>
            <a:ext cx="360048" cy="360048"/>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1"/>
          <p:cNvSpPr/>
          <p:nvPr/>
        </p:nvSpPr>
        <p:spPr>
          <a:xfrm rot="1380000">
            <a:off x="2794728" y="4436772"/>
            <a:ext cx="360048" cy="360048"/>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2" name="Google Shape;532;p1"/>
          <p:cNvGrpSpPr/>
          <p:nvPr/>
        </p:nvGrpSpPr>
        <p:grpSpPr>
          <a:xfrm>
            <a:off x="2774543" y="4436106"/>
            <a:ext cx="379567" cy="360714"/>
            <a:chOff x="4731836" y="3461160"/>
            <a:chExt cx="379567" cy="360714"/>
          </a:xfrm>
        </p:grpSpPr>
        <p:sp>
          <p:nvSpPr>
            <p:cNvPr id="533" name="Google Shape;533;p1"/>
            <p:cNvSpPr/>
            <p:nvPr/>
          </p:nvSpPr>
          <p:spPr>
            <a:xfrm>
              <a:off x="4751355" y="3461160"/>
              <a:ext cx="360048" cy="360048"/>
            </a:xfrm>
            <a:prstGeom prst="flowChartOr">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1"/>
            <p:cNvSpPr/>
            <p:nvPr/>
          </p:nvSpPr>
          <p:spPr>
            <a:xfrm>
              <a:off x="4751355" y="3461160"/>
              <a:ext cx="360048" cy="360048"/>
            </a:xfrm>
            <a:prstGeom prst="flowChartSummingJunction">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1"/>
            <p:cNvSpPr/>
            <p:nvPr/>
          </p:nvSpPr>
          <p:spPr>
            <a:xfrm>
              <a:off x="4750453" y="3461828"/>
              <a:ext cx="360046" cy="360046"/>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6" name="Google Shape;536;p1"/>
            <p:cNvSpPr/>
            <p:nvPr/>
          </p:nvSpPr>
          <p:spPr>
            <a:xfrm rot="-4100497">
              <a:off x="4809826" y="3522639"/>
              <a:ext cx="243721" cy="230452"/>
            </a:xfrm>
            <a:prstGeom prst="arc">
              <a:avLst>
                <a:gd fmla="val 16129076" name="adj1"/>
                <a:gd fmla="val 382294" name="adj2"/>
              </a:avLst>
            </a:prstGeom>
            <a:noFill/>
            <a:ln cap="flat" cmpd="sng" w="12700">
              <a:solidFill>
                <a:schemeClr val="dk1"/>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1"/>
            <p:cNvSpPr/>
            <p:nvPr/>
          </p:nvSpPr>
          <p:spPr>
            <a:xfrm rot="5400000">
              <a:off x="4718802" y="3574727"/>
              <a:ext cx="156410" cy="130342"/>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8" name="Google Shape;538;p1"/>
            <p:cNvSpPr/>
            <p:nvPr/>
          </p:nvSpPr>
          <p:spPr>
            <a:xfrm rot="-1282801">
              <a:off x="4754886" y="3670679"/>
              <a:ext cx="135478" cy="27563"/>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p1"/>
            <p:cNvSpPr/>
            <p:nvPr/>
          </p:nvSpPr>
          <p:spPr>
            <a:xfrm>
              <a:off x="4872837" y="3582391"/>
              <a:ext cx="114758" cy="113477"/>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grpSp>
        <p:nvGrpSpPr>
          <p:cNvPr id="540" name="Google Shape;540;p1"/>
          <p:cNvGrpSpPr/>
          <p:nvPr/>
        </p:nvGrpSpPr>
        <p:grpSpPr>
          <a:xfrm>
            <a:off x="2051678" y="2992916"/>
            <a:ext cx="180023" cy="367189"/>
            <a:chOff x="2051678" y="2891312"/>
            <a:chExt cx="180023" cy="367189"/>
          </a:xfrm>
        </p:grpSpPr>
        <p:sp>
          <p:nvSpPr>
            <p:cNvPr id="541" name="Google Shape;541;p1"/>
            <p:cNvSpPr/>
            <p:nvPr/>
          </p:nvSpPr>
          <p:spPr>
            <a:xfrm>
              <a:off x="2051678" y="2891312"/>
              <a:ext cx="180023" cy="36004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42" name="Google Shape;542;p1"/>
            <p:cNvCxnSpPr/>
            <p:nvPr/>
          </p:nvCxnSpPr>
          <p:spPr>
            <a:xfrm>
              <a:off x="2051678" y="2898455"/>
              <a:ext cx="180023" cy="0"/>
            </a:xfrm>
            <a:prstGeom prst="straightConnector1">
              <a:avLst/>
            </a:prstGeom>
            <a:noFill/>
            <a:ln cap="flat" cmpd="sng" w="9525">
              <a:solidFill>
                <a:schemeClr val="dk1"/>
              </a:solidFill>
              <a:prstDash val="solid"/>
              <a:round/>
              <a:headEnd len="sm" w="sm" type="none"/>
              <a:tailEnd len="sm" w="sm" type="none"/>
            </a:ln>
          </p:spPr>
        </p:cxnSp>
        <p:cxnSp>
          <p:nvCxnSpPr>
            <p:cNvPr id="543" name="Google Shape;543;p1"/>
            <p:cNvCxnSpPr/>
            <p:nvPr/>
          </p:nvCxnSpPr>
          <p:spPr>
            <a:xfrm>
              <a:off x="2060689" y="2940814"/>
              <a:ext cx="162000" cy="0"/>
            </a:xfrm>
            <a:prstGeom prst="straightConnector1">
              <a:avLst/>
            </a:prstGeom>
            <a:noFill/>
            <a:ln cap="flat" cmpd="sng" w="9525">
              <a:solidFill>
                <a:schemeClr val="dk1"/>
              </a:solidFill>
              <a:prstDash val="solid"/>
              <a:round/>
              <a:headEnd len="sm" w="sm" type="none"/>
              <a:tailEnd len="sm" w="sm" type="none"/>
            </a:ln>
          </p:spPr>
        </p:cxnSp>
        <p:cxnSp>
          <p:nvCxnSpPr>
            <p:cNvPr id="544" name="Google Shape;544;p1"/>
            <p:cNvCxnSpPr/>
            <p:nvPr/>
          </p:nvCxnSpPr>
          <p:spPr>
            <a:xfrm>
              <a:off x="2069690" y="2983172"/>
              <a:ext cx="144000" cy="0"/>
            </a:xfrm>
            <a:prstGeom prst="straightConnector1">
              <a:avLst/>
            </a:prstGeom>
            <a:noFill/>
            <a:ln cap="flat" cmpd="sng" w="9525">
              <a:solidFill>
                <a:schemeClr val="dk1"/>
              </a:solidFill>
              <a:prstDash val="solid"/>
              <a:round/>
              <a:headEnd len="sm" w="sm" type="none"/>
              <a:tailEnd len="sm" w="sm" type="none"/>
            </a:ln>
          </p:spPr>
        </p:cxnSp>
        <p:cxnSp>
          <p:nvCxnSpPr>
            <p:cNvPr id="545" name="Google Shape;545;p1"/>
            <p:cNvCxnSpPr/>
            <p:nvPr/>
          </p:nvCxnSpPr>
          <p:spPr>
            <a:xfrm>
              <a:off x="2078689" y="3025530"/>
              <a:ext cx="126000" cy="0"/>
            </a:xfrm>
            <a:prstGeom prst="straightConnector1">
              <a:avLst/>
            </a:prstGeom>
            <a:noFill/>
            <a:ln cap="flat" cmpd="sng" w="9525">
              <a:solidFill>
                <a:schemeClr val="dk1"/>
              </a:solidFill>
              <a:prstDash val="solid"/>
              <a:round/>
              <a:headEnd len="sm" w="sm" type="none"/>
              <a:tailEnd len="sm" w="sm" type="none"/>
            </a:ln>
          </p:spPr>
        </p:cxnSp>
        <p:cxnSp>
          <p:nvCxnSpPr>
            <p:cNvPr id="546" name="Google Shape;546;p1"/>
            <p:cNvCxnSpPr/>
            <p:nvPr/>
          </p:nvCxnSpPr>
          <p:spPr>
            <a:xfrm>
              <a:off x="2087690" y="3067889"/>
              <a:ext cx="108000" cy="0"/>
            </a:xfrm>
            <a:prstGeom prst="straightConnector1">
              <a:avLst/>
            </a:prstGeom>
            <a:noFill/>
            <a:ln cap="flat" cmpd="sng" w="9525">
              <a:solidFill>
                <a:schemeClr val="dk1"/>
              </a:solidFill>
              <a:prstDash val="solid"/>
              <a:round/>
              <a:headEnd len="sm" w="sm" type="none"/>
              <a:tailEnd len="sm" w="sm" type="none"/>
            </a:ln>
          </p:spPr>
        </p:cxnSp>
        <p:cxnSp>
          <p:nvCxnSpPr>
            <p:cNvPr id="547" name="Google Shape;547;p1"/>
            <p:cNvCxnSpPr/>
            <p:nvPr/>
          </p:nvCxnSpPr>
          <p:spPr>
            <a:xfrm>
              <a:off x="2096689" y="3110247"/>
              <a:ext cx="90000" cy="0"/>
            </a:xfrm>
            <a:prstGeom prst="straightConnector1">
              <a:avLst/>
            </a:prstGeom>
            <a:noFill/>
            <a:ln cap="flat" cmpd="sng" w="9525">
              <a:solidFill>
                <a:schemeClr val="dk1"/>
              </a:solidFill>
              <a:prstDash val="solid"/>
              <a:round/>
              <a:headEnd len="sm" w="sm" type="none"/>
              <a:tailEnd len="sm" w="sm" type="none"/>
            </a:ln>
          </p:spPr>
        </p:cxnSp>
        <p:cxnSp>
          <p:nvCxnSpPr>
            <p:cNvPr id="548" name="Google Shape;548;p1"/>
            <p:cNvCxnSpPr/>
            <p:nvPr/>
          </p:nvCxnSpPr>
          <p:spPr>
            <a:xfrm>
              <a:off x="2105690" y="3152606"/>
              <a:ext cx="72000" cy="0"/>
            </a:xfrm>
            <a:prstGeom prst="straightConnector1">
              <a:avLst/>
            </a:prstGeom>
            <a:noFill/>
            <a:ln cap="flat" cmpd="sng" w="9525">
              <a:solidFill>
                <a:schemeClr val="dk1"/>
              </a:solidFill>
              <a:prstDash val="solid"/>
              <a:round/>
              <a:headEnd len="sm" w="sm" type="none"/>
              <a:tailEnd len="sm" w="sm" type="none"/>
            </a:ln>
          </p:spPr>
        </p:cxnSp>
        <p:cxnSp>
          <p:nvCxnSpPr>
            <p:cNvPr id="549" name="Google Shape;549;p1"/>
            <p:cNvCxnSpPr/>
            <p:nvPr/>
          </p:nvCxnSpPr>
          <p:spPr>
            <a:xfrm>
              <a:off x="2114828" y="3194964"/>
              <a:ext cx="54000" cy="0"/>
            </a:xfrm>
            <a:prstGeom prst="straightConnector1">
              <a:avLst/>
            </a:prstGeom>
            <a:noFill/>
            <a:ln cap="flat" cmpd="sng" w="9525">
              <a:solidFill>
                <a:schemeClr val="dk1"/>
              </a:solidFill>
              <a:prstDash val="solid"/>
              <a:round/>
              <a:headEnd len="sm" w="sm" type="none"/>
              <a:tailEnd len="sm" w="sm" type="none"/>
            </a:ln>
          </p:spPr>
        </p:cxnSp>
        <p:cxnSp>
          <p:nvCxnSpPr>
            <p:cNvPr id="550" name="Google Shape;550;p1"/>
            <p:cNvCxnSpPr/>
            <p:nvPr/>
          </p:nvCxnSpPr>
          <p:spPr>
            <a:xfrm>
              <a:off x="2121985" y="3237322"/>
              <a:ext cx="36000" cy="0"/>
            </a:xfrm>
            <a:prstGeom prst="straightConnector1">
              <a:avLst/>
            </a:prstGeom>
            <a:noFill/>
            <a:ln cap="flat" cmpd="sng" w="9525">
              <a:solidFill>
                <a:schemeClr val="dk1"/>
              </a:solidFill>
              <a:prstDash val="solid"/>
              <a:round/>
              <a:headEnd len="sm" w="sm" type="none"/>
              <a:tailEnd len="sm" w="sm" type="none"/>
            </a:ln>
          </p:spPr>
        </p:cxnSp>
        <p:cxnSp>
          <p:nvCxnSpPr>
            <p:cNvPr id="551" name="Google Shape;551;p1"/>
            <p:cNvCxnSpPr/>
            <p:nvPr/>
          </p:nvCxnSpPr>
          <p:spPr>
            <a:xfrm>
              <a:off x="2056303" y="2919634"/>
              <a:ext cx="171022" cy="0"/>
            </a:xfrm>
            <a:prstGeom prst="straightConnector1">
              <a:avLst/>
            </a:prstGeom>
            <a:noFill/>
            <a:ln cap="flat" cmpd="sng" w="9525">
              <a:solidFill>
                <a:schemeClr val="dk1"/>
              </a:solidFill>
              <a:prstDash val="solid"/>
              <a:round/>
              <a:headEnd len="sm" w="sm" type="none"/>
              <a:tailEnd len="sm" w="sm" type="none"/>
            </a:ln>
          </p:spPr>
        </p:cxnSp>
        <p:cxnSp>
          <p:nvCxnSpPr>
            <p:cNvPr id="552" name="Google Shape;552;p1"/>
            <p:cNvCxnSpPr/>
            <p:nvPr/>
          </p:nvCxnSpPr>
          <p:spPr>
            <a:xfrm>
              <a:off x="2064864" y="2961993"/>
              <a:ext cx="153900" cy="0"/>
            </a:xfrm>
            <a:prstGeom prst="straightConnector1">
              <a:avLst/>
            </a:prstGeom>
            <a:noFill/>
            <a:ln cap="flat" cmpd="sng" w="9525">
              <a:solidFill>
                <a:schemeClr val="dk1"/>
              </a:solidFill>
              <a:prstDash val="solid"/>
              <a:round/>
              <a:headEnd len="sm" w="sm" type="none"/>
              <a:tailEnd len="sm" w="sm" type="none"/>
            </a:ln>
          </p:spPr>
        </p:cxnSp>
        <p:cxnSp>
          <p:nvCxnSpPr>
            <p:cNvPr id="553" name="Google Shape;553;p1"/>
            <p:cNvCxnSpPr/>
            <p:nvPr/>
          </p:nvCxnSpPr>
          <p:spPr>
            <a:xfrm>
              <a:off x="2073414" y="3004351"/>
              <a:ext cx="136800" cy="0"/>
            </a:xfrm>
            <a:prstGeom prst="straightConnector1">
              <a:avLst/>
            </a:prstGeom>
            <a:noFill/>
            <a:ln cap="flat" cmpd="sng" w="9525">
              <a:solidFill>
                <a:schemeClr val="dk1"/>
              </a:solidFill>
              <a:prstDash val="solid"/>
              <a:round/>
              <a:headEnd len="sm" w="sm" type="none"/>
              <a:tailEnd len="sm" w="sm" type="none"/>
            </a:ln>
          </p:spPr>
        </p:cxnSp>
        <p:cxnSp>
          <p:nvCxnSpPr>
            <p:cNvPr id="554" name="Google Shape;554;p1"/>
            <p:cNvCxnSpPr/>
            <p:nvPr/>
          </p:nvCxnSpPr>
          <p:spPr>
            <a:xfrm>
              <a:off x="2081964" y="3046709"/>
              <a:ext cx="119700" cy="0"/>
            </a:xfrm>
            <a:prstGeom prst="straightConnector1">
              <a:avLst/>
            </a:prstGeom>
            <a:noFill/>
            <a:ln cap="flat" cmpd="sng" w="9525">
              <a:solidFill>
                <a:schemeClr val="dk1"/>
              </a:solidFill>
              <a:prstDash val="solid"/>
              <a:round/>
              <a:headEnd len="sm" w="sm" type="none"/>
              <a:tailEnd len="sm" w="sm" type="none"/>
            </a:ln>
          </p:spPr>
        </p:cxnSp>
        <p:cxnSp>
          <p:nvCxnSpPr>
            <p:cNvPr id="555" name="Google Shape;555;p1"/>
            <p:cNvCxnSpPr/>
            <p:nvPr/>
          </p:nvCxnSpPr>
          <p:spPr>
            <a:xfrm>
              <a:off x="2090514" y="3089068"/>
              <a:ext cx="102600" cy="0"/>
            </a:xfrm>
            <a:prstGeom prst="straightConnector1">
              <a:avLst/>
            </a:prstGeom>
            <a:noFill/>
            <a:ln cap="flat" cmpd="sng" w="9525">
              <a:solidFill>
                <a:schemeClr val="dk1"/>
              </a:solidFill>
              <a:prstDash val="solid"/>
              <a:round/>
              <a:headEnd len="sm" w="sm" type="none"/>
              <a:tailEnd len="sm" w="sm" type="none"/>
            </a:ln>
          </p:spPr>
        </p:cxnSp>
        <p:cxnSp>
          <p:nvCxnSpPr>
            <p:cNvPr id="556" name="Google Shape;556;p1"/>
            <p:cNvCxnSpPr/>
            <p:nvPr/>
          </p:nvCxnSpPr>
          <p:spPr>
            <a:xfrm>
              <a:off x="2099064" y="3131426"/>
              <a:ext cx="85500" cy="0"/>
            </a:xfrm>
            <a:prstGeom prst="straightConnector1">
              <a:avLst/>
            </a:prstGeom>
            <a:noFill/>
            <a:ln cap="flat" cmpd="sng" w="9525">
              <a:solidFill>
                <a:schemeClr val="dk1"/>
              </a:solidFill>
              <a:prstDash val="solid"/>
              <a:round/>
              <a:headEnd len="sm" w="sm" type="none"/>
              <a:tailEnd len="sm" w="sm" type="none"/>
            </a:ln>
          </p:spPr>
        </p:cxnSp>
        <p:cxnSp>
          <p:nvCxnSpPr>
            <p:cNvPr id="557" name="Google Shape;557;p1"/>
            <p:cNvCxnSpPr/>
            <p:nvPr/>
          </p:nvCxnSpPr>
          <p:spPr>
            <a:xfrm>
              <a:off x="2107614" y="3173785"/>
              <a:ext cx="68400" cy="0"/>
            </a:xfrm>
            <a:prstGeom prst="straightConnector1">
              <a:avLst/>
            </a:prstGeom>
            <a:noFill/>
            <a:ln cap="flat" cmpd="sng" w="9525">
              <a:solidFill>
                <a:schemeClr val="dk1"/>
              </a:solidFill>
              <a:prstDash val="solid"/>
              <a:round/>
              <a:headEnd len="sm" w="sm" type="none"/>
              <a:tailEnd len="sm" w="sm" type="none"/>
            </a:ln>
          </p:spPr>
        </p:cxnSp>
        <p:cxnSp>
          <p:nvCxnSpPr>
            <p:cNvPr id="558" name="Google Shape;558;p1"/>
            <p:cNvCxnSpPr/>
            <p:nvPr/>
          </p:nvCxnSpPr>
          <p:spPr>
            <a:xfrm>
              <a:off x="2116296" y="3216143"/>
              <a:ext cx="51300" cy="0"/>
            </a:xfrm>
            <a:prstGeom prst="straightConnector1">
              <a:avLst/>
            </a:prstGeom>
            <a:noFill/>
            <a:ln cap="flat" cmpd="sng" w="9525">
              <a:solidFill>
                <a:schemeClr val="dk1"/>
              </a:solidFill>
              <a:prstDash val="solid"/>
              <a:round/>
              <a:headEnd len="sm" w="sm" type="none"/>
              <a:tailEnd len="sm" w="sm" type="none"/>
            </a:ln>
          </p:spPr>
        </p:cxnSp>
        <p:cxnSp>
          <p:nvCxnSpPr>
            <p:cNvPr id="559" name="Google Shape;559;p1"/>
            <p:cNvCxnSpPr/>
            <p:nvPr/>
          </p:nvCxnSpPr>
          <p:spPr>
            <a:xfrm>
              <a:off x="2123094" y="3258501"/>
              <a:ext cx="34200" cy="0"/>
            </a:xfrm>
            <a:prstGeom prst="straightConnector1">
              <a:avLst/>
            </a:prstGeom>
            <a:noFill/>
            <a:ln cap="flat" cmpd="sng" w="9525">
              <a:solidFill>
                <a:schemeClr val="dk1"/>
              </a:solidFill>
              <a:prstDash val="solid"/>
              <a:round/>
              <a:headEnd len="sm" w="sm" type="none"/>
              <a:tailEnd len="sm" w="sm" type="none"/>
            </a:ln>
          </p:spPr>
        </p:cxnSp>
      </p:grpSp>
      <p:grpSp>
        <p:nvGrpSpPr>
          <p:cNvPr id="560" name="Google Shape;560;p1"/>
          <p:cNvGrpSpPr/>
          <p:nvPr/>
        </p:nvGrpSpPr>
        <p:grpSpPr>
          <a:xfrm>
            <a:off x="2411724" y="2983391"/>
            <a:ext cx="180024" cy="367190"/>
            <a:chOff x="2411724" y="2881787"/>
            <a:chExt cx="180024" cy="367190"/>
          </a:xfrm>
        </p:grpSpPr>
        <p:cxnSp>
          <p:nvCxnSpPr>
            <p:cNvPr id="561" name="Google Shape;561;p1"/>
            <p:cNvCxnSpPr/>
            <p:nvPr/>
          </p:nvCxnSpPr>
          <p:spPr>
            <a:xfrm rot="10800000">
              <a:off x="2411725" y="3241833"/>
              <a:ext cx="180023" cy="0"/>
            </a:xfrm>
            <a:prstGeom prst="straightConnector1">
              <a:avLst/>
            </a:prstGeom>
            <a:noFill/>
            <a:ln cap="flat" cmpd="sng" w="9525">
              <a:solidFill>
                <a:schemeClr val="dk1"/>
              </a:solidFill>
              <a:prstDash val="solid"/>
              <a:round/>
              <a:headEnd len="sm" w="sm" type="none"/>
              <a:tailEnd len="sm" w="sm" type="none"/>
            </a:ln>
          </p:spPr>
        </p:cxnSp>
        <p:cxnSp>
          <p:nvCxnSpPr>
            <p:cNvPr id="562" name="Google Shape;562;p1"/>
            <p:cNvCxnSpPr/>
            <p:nvPr/>
          </p:nvCxnSpPr>
          <p:spPr>
            <a:xfrm rot="10800000">
              <a:off x="2420737" y="3199475"/>
              <a:ext cx="162000" cy="0"/>
            </a:xfrm>
            <a:prstGeom prst="straightConnector1">
              <a:avLst/>
            </a:prstGeom>
            <a:noFill/>
            <a:ln cap="flat" cmpd="sng" w="9525">
              <a:solidFill>
                <a:schemeClr val="dk1"/>
              </a:solidFill>
              <a:prstDash val="solid"/>
              <a:round/>
              <a:headEnd len="sm" w="sm" type="none"/>
              <a:tailEnd len="sm" w="sm" type="none"/>
            </a:ln>
          </p:spPr>
        </p:cxnSp>
        <p:cxnSp>
          <p:nvCxnSpPr>
            <p:cNvPr id="563" name="Google Shape;563;p1"/>
            <p:cNvCxnSpPr/>
            <p:nvPr/>
          </p:nvCxnSpPr>
          <p:spPr>
            <a:xfrm rot="10800000">
              <a:off x="2429736" y="3157116"/>
              <a:ext cx="144000" cy="0"/>
            </a:xfrm>
            <a:prstGeom prst="straightConnector1">
              <a:avLst/>
            </a:prstGeom>
            <a:noFill/>
            <a:ln cap="flat" cmpd="sng" w="9525">
              <a:solidFill>
                <a:schemeClr val="dk1"/>
              </a:solidFill>
              <a:prstDash val="solid"/>
              <a:round/>
              <a:headEnd len="sm" w="sm" type="none"/>
              <a:tailEnd len="sm" w="sm" type="none"/>
            </a:ln>
          </p:spPr>
        </p:cxnSp>
        <p:cxnSp>
          <p:nvCxnSpPr>
            <p:cNvPr id="564" name="Google Shape;564;p1"/>
            <p:cNvCxnSpPr/>
            <p:nvPr/>
          </p:nvCxnSpPr>
          <p:spPr>
            <a:xfrm rot="10800000">
              <a:off x="2438737" y="3114758"/>
              <a:ext cx="126000" cy="0"/>
            </a:xfrm>
            <a:prstGeom prst="straightConnector1">
              <a:avLst/>
            </a:prstGeom>
            <a:noFill/>
            <a:ln cap="flat" cmpd="sng" w="9525">
              <a:solidFill>
                <a:schemeClr val="dk1"/>
              </a:solidFill>
              <a:prstDash val="solid"/>
              <a:round/>
              <a:headEnd len="sm" w="sm" type="none"/>
              <a:tailEnd len="sm" w="sm" type="none"/>
            </a:ln>
          </p:spPr>
        </p:cxnSp>
        <p:cxnSp>
          <p:nvCxnSpPr>
            <p:cNvPr id="565" name="Google Shape;565;p1"/>
            <p:cNvCxnSpPr/>
            <p:nvPr/>
          </p:nvCxnSpPr>
          <p:spPr>
            <a:xfrm rot="10800000">
              <a:off x="2447736" y="3072400"/>
              <a:ext cx="108000" cy="0"/>
            </a:xfrm>
            <a:prstGeom prst="straightConnector1">
              <a:avLst/>
            </a:prstGeom>
            <a:noFill/>
            <a:ln cap="flat" cmpd="sng" w="9525">
              <a:solidFill>
                <a:schemeClr val="dk1"/>
              </a:solidFill>
              <a:prstDash val="solid"/>
              <a:round/>
              <a:headEnd len="sm" w="sm" type="none"/>
              <a:tailEnd len="sm" w="sm" type="none"/>
            </a:ln>
          </p:spPr>
        </p:cxnSp>
        <p:cxnSp>
          <p:nvCxnSpPr>
            <p:cNvPr id="566" name="Google Shape;566;p1"/>
            <p:cNvCxnSpPr/>
            <p:nvPr/>
          </p:nvCxnSpPr>
          <p:spPr>
            <a:xfrm rot="10800000">
              <a:off x="2456737" y="3030041"/>
              <a:ext cx="90000" cy="0"/>
            </a:xfrm>
            <a:prstGeom prst="straightConnector1">
              <a:avLst/>
            </a:prstGeom>
            <a:noFill/>
            <a:ln cap="flat" cmpd="sng" w="9525">
              <a:solidFill>
                <a:schemeClr val="dk1"/>
              </a:solidFill>
              <a:prstDash val="solid"/>
              <a:round/>
              <a:headEnd len="sm" w="sm" type="none"/>
              <a:tailEnd len="sm" w="sm" type="none"/>
            </a:ln>
          </p:spPr>
        </p:cxnSp>
        <p:cxnSp>
          <p:nvCxnSpPr>
            <p:cNvPr id="567" name="Google Shape;567;p1"/>
            <p:cNvCxnSpPr/>
            <p:nvPr/>
          </p:nvCxnSpPr>
          <p:spPr>
            <a:xfrm rot="10800000">
              <a:off x="2465736" y="2987683"/>
              <a:ext cx="72000" cy="0"/>
            </a:xfrm>
            <a:prstGeom prst="straightConnector1">
              <a:avLst/>
            </a:prstGeom>
            <a:noFill/>
            <a:ln cap="flat" cmpd="sng" w="9525">
              <a:solidFill>
                <a:schemeClr val="dk1"/>
              </a:solidFill>
              <a:prstDash val="solid"/>
              <a:round/>
              <a:headEnd len="sm" w="sm" type="none"/>
              <a:tailEnd len="sm" w="sm" type="none"/>
            </a:ln>
          </p:spPr>
        </p:cxnSp>
        <p:cxnSp>
          <p:nvCxnSpPr>
            <p:cNvPr id="568" name="Google Shape;568;p1"/>
            <p:cNvCxnSpPr/>
            <p:nvPr/>
          </p:nvCxnSpPr>
          <p:spPr>
            <a:xfrm rot="10800000">
              <a:off x="2474598" y="2945325"/>
              <a:ext cx="54000" cy="0"/>
            </a:xfrm>
            <a:prstGeom prst="straightConnector1">
              <a:avLst/>
            </a:prstGeom>
            <a:noFill/>
            <a:ln cap="flat" cmpd="sng" w="9525">
              <a:solidFill>
                <a:schemeClr val="dk1"/>
              </a:solidFill>
              <a:prstDash val="solid"/>
              <a:round/>
              <a:headEnd len="sm" w="sm" type="none"/>
              <a:tailEnd len="sm" w="sm" type="none"/>
            </a:ln>
          </p:spPr>
        </p:cxnSp>
        <p:cxnSp>
          <p:nvCxnSpPr>
            <p:cNvPr id="569" name="Google Shape;569;p1"/>
            <p:cNvCxnSpPr/>
            <p:nvPr/>
          </p:nvCxnSpPr>
          <p:spPr>
            <a:xfrm rot="10800000">
              <a:off x="2485441" y="2902966"/>
              <a:ext cx="36000" cy="0"/>
            </a:xfrm>
            <a:prstGeom prst="straightConnector1">
              <a:avLst/>
            </a:prstGeom>
            <a:noFill/>
            <a:ln cap="flat" cmpd="sng" w="9525">
              <a:solidFill>
                <a:schemeClr val="dk1"/>
              </a:solidFill>
              <a:prstDash val="solid"/>
              <a:round/>
              <a:headEnd len="sm" w="sm" type="none"/>
              <a:tailEnd len="sm" w="sm" type="none"/>
            </a:ln>
          </p:spPr>
        </p:cxnSp>
        <p:cxnSp>
          <p:nvCxnSpPr>
            <p:cNvPr id="570" name="Google Shape;570;p1"/>
            <p:cNvCxnSpPr/>
            <p:nvPr/>
          </p:nvCxnSpPr>
          <p:spPr>
            <a:xfrm rot="10800000">
              <a:off x="2416101" y="3220654"/>
              <a:ext cx="171022" cy="0"/>
            </a:xfrm>
            <a:prstGeom prst="straightConnector1">
              <a:avLst/>
            </a:prstGeom>
            <a:noFill/>
            <a:ln cap="flat" cmpd="sng" w="9525">
              <a:solidFill>
                <a:schemeClr val="dk1"/>
              </a:solidFill>
              <a:prstDash val="solid"/>
              <a:round/>
              <a:headEnd len="sm" w="sm" type="none"/>
              <a:tailEnd len="sm" w="sm" type="none"/>
            </a:ln>
          </p:spPr>
        </p:cxnSp>
        <p:cxnSp>
          <p:nvCxnSpPr>
            <p:cNvPr id="571" name="Google Shape;571;p1"/>
            <p:cNvCxnSpPr/>
            <p:nvPr/>
          </p:nvCxnSpPr>
          <p:spPr>
            <a:xfrm rot="10800000">
              <a:off x="2424662" y="3178296"/>
              <a:ext cx="153900" cy="0"/>
            </a:xfrm>
            <a:prstGeom prst="straightConnector1">
              <a:avLst/>
            </a:prstGeom>
            <a:noFill/>
            <a:ln cap="flat" cmpd="sng" w="9525">
              <a:solidFill>
                <a:schemeClr val="dk1"/>
              </a:solidFill>
              <a:prstDash val="solid"/>
              <a:round/>
              <a:headEnd len="sm" w="sm" type="none"/>
              <a:tailEnd len="sm" w="sm" type="none"/>
            </a:ln>
          </p:spPr>
        </p:cxnSp>
        <p:cxnSp>
          <p:nvCxnSpPr>
            <p:cNvPr id="572" name="Google Shape;572;p1"/>
            <p:cNvCxnSpPr/>
            <p:nvPr/>
          </p:nvCxnSpPr>
          <p:spPr>
            <a:xfrm rot="10800000">
              <a:off x="2433212" y="3135937"/>
              <a:ext cx="136800" cy="0"/>
            </a:xfrm>
            <a:prstGeom prst="straightConnector1">
              <a:avLst/>
            </a:prstGeom>
            <a:noFill/>
            <a:ln cap="flat" cmpd="sng" w="9525">
              <a:solidFill>
                <a:schemeClr val="dk1"/>
              </a:solidFill>
              <a:prstDash val="solid"/>
              <a:round/>
              <a:headEnd len="sm" w="sm" type="none"/>
              <a:tailEnd len="sm" w="sm" type="none"/>
            </a:ln>
          </p:spPr>
        </p:cxnSp>
        <p:cxnSp>
          <p:nvCxnSpPr>
            <p:cNvPr id="573" name="Google Shape;573;p1"/>
            <p:cNvCxnSpPr/>
            <p:nvPr/>
          </p:nvCxnSpPr>
          <p:spPr>
            <a:xfrm rot="10800000">
              <a:off x="2441762" y="3093579"/>
              <a:ext cx="119700" cy="0"/>
            </a:xfrm>
            <a:prstGeom prst="straightConnector1">
              <a:avLst/>
            </a:prstGeom>
            <a:noFill/>
            <a:ln cap="flat" cmpd="sng" w="9525">
              <a:solidFill>
                <a:schemeClr val="dk1"/>
              </a:solidFill>
              <a:prstDash val="solid"/>
              <a:round/>
              <a:headEnd len="sm" w="sm" type="none"/>
              <a:tailEnd len="sm" w="sm" type="none"/>
            </a:ln>
          </p:spPr>
        </p:cxnSp>
        <p:cxnSp>
          <p:nvCxnSpPr>
            <p:cNvPr id="574" name="Google Shape;574;p1"/>
            <p:cNvCxnSpPr/>
            <p:nvPr/>
          </p:nvCxnSpPr>
          <p:spPr>
            <a:xfrm rot="10800000">
              <a:off x="2450312" y="3051221"/>
              <a:ext cx="102600" cy="0"/>
            </a:xfrm>
            <a:prstGeom prst="straightConnector1">
              <a:avLst/>
            </a:prstGeom>
            <a:noFill/>
            <a:ln cap="flat" cmpd="sng" w="9525">
              <a:solidFill>
                <a:schemeClr val="dk1"/>
              </a:solidFill>
              <a:prstDash val="solid"/>
              <a:round/>
              <a:headEnd len="sm" w="sm" type="none"/>
              <a:tailEnd len="sm" w="sm" type="none"/>
            </a:ln>
          </p:spPr>
        </p:cxnSp>
        <p:cxnSp>
          <p:nvCxnSpPr>
            <p:cNvPr id="575" name="Google Shape;575;p1"/>
            <p:cNvCxnSpPr/>
            <p:nvPr/>
          </p:nvCxnSpPr>
          <p:spPr>
            <a:xfrm rot="10800000">
              <a:off x="2458862" y="3008862"/>
              <a:ext cx="85500" cy="0"/>
            </a:xfrm>
            <a:prstGeom prst="straightConnector1">
              <a:avLst/>
            </a:prstGeom>
            <a:noFill/>
            <a:ln cap="flat" cmpd="sng" w="9525">
              <a:solidFill>
                <a:schemeClr val="dk1"/>
              </a:solidFill>
              <a:prstDash val="solid"/>
              <a:round/>
              <a:headEnd len="sm" w="sm" type="none"/>
              <a:tailEnd len="sm" w="sm" type="none"/>
            </a:ln>
          </p:spPr>
        </p:cxnSp>
        <p:cxnSp>
          <p:nvCxnSpPr>
            <p:cNvPr id="576" name="Google Shape;576;p1"/>
            <p:cNvCxnSpPr/>
            <p:nvPr/>
          </p:nvCxnSpPr>
          <p:spPr>
            <a:xfrm rot="10800000">
              <a:off x="2467412" y="2966504"/>
              <a:ext cx="68400" cy="0"/>
            </a:xfrm>
            <a:prstGeom prst="straightConnector1">
              <a:avLst/>
            </a:prstGeom>
            <a:noFill/>
            <a:ln cap="flat" cmpd="sng" w="9525">
              <a:solidFill>
                <a:schemeClr val="dk1"/>
              </a:solidFill>
              <a:prstDash val="solid"/>
              <a:round/>
              <a:headEnd len="sm" w="sm" type="none"/>
              <a:tailEnd len="sm" w="sm" type="none"/>
            </a:ln>
          </p:spPr>
        </p:cxnSp>
        <p:cxnSp>
          <p:nvCxnSpPr>
            <p:cNvPr id="577" name="Google Shape;577;p1"/>
            <p:cNvCxnSpPr/>
            <p:nvPr/>
          </p:nvCxnSpPr>
          <p:spPr>
            <a:xfrm rot="10800000">
              <a:off x="2475830" y="2924146"/>
              <a:ext cx="51300" cy="0"/>
            </a:xfrm>
            <a:prstGeom prst="straightConnector1">
              <a:avLst/>
            </a:prstGeom>
            <a:noFill/>
            <a:ln cap="flat" cmpd="sng" w="9525">
              <a:solidFill>
                <a:schemeClr val="dk1"/>
              </a:solidFill>
              <a:prstDash val="solid"/>
              <a:round/>
              <a:headEnd len="sm" w="sm" type="none"/>
              <a:tailEnd len="sm" w="sm" type="none"/>
            </a:ln>
          </p:spPr>
        </p:cxnSp>
        <p:cxnSp>
          <p:nvCxnSpPr>
            <p:cNvPr id="578" name="Google Shape;578;p1"/>
            <p:cNvCxnSpPr/>
            <p:nvPr/>
          </p:nvCxnSpPr>
          <p:spPr>
            <a:xfrm rot="10800000">
              <a:off x="2486132" y="2881787"/>
              <a:ext cx="34200" cy="0"/>
            </a:xfrm>
            <a:prstGeom prst="straightConnector1">
              <a:avLst/>
            </a:prstGeom>
            <a:noFill/>
            <a:ln cap="flat" cmpd="sng" w="9525">
              <a:solidFill>
                <a:schemeClr val="dk1"/>
              </a:solidFill>
              <a:prstDash val="solid"/>
              <a:round/>
              <a:headEnd len="sm" w="sm" type="none"/>
              <a:tailEnd len="sm" w="sm" type="none"/>
            </a:ln>
          </p:spPr>
        </p:cxnSp>
        <p:sp>
          <p:nvSpPr>
            <p:cNvPr id="579" name="Google Shape;579;p1"/>
            <p:cNvSpPr/>
            <p:nvPr/>
          </p:nvSpPr>
          <p:spPr>
            <a:xfrm>
              <a:off x="2411724" y="2888931"/>
              <a:ext cx="180023" cy="36004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80" name="Google Shape;580;p1"/>
          <p:cNvGrpSpPr/>
          <p:nvPr/>
        </p:nvGrpSpPr>
        <p:grpSpPr>
          <a:xfrm>
            <a:off x="2411725" y="2630488"/>
            <a:ext cx="181605" cy="180024"/>
            <a:chOff x="2411725" y="2528884"/>
            <a:chExt cx="181605" cy="180024"/>
          </a:xfrm>
        </p:grpSpPr>
        <p:cxnSp>
          <p:nvCxnSpPr>
            <p:cNvPr id="581" name="Google Shape;581;p1"/>
            <p:cNvCxnSpPr/>
            <p:nvPr/>
          </p:nvCxnSpPr>
          <p:spPr>
            <a:xfrm rot="10800000">
              <a:off x="2411725" y="2708907"/>
              <a:ext cx="180023" cy="0"/>
            </a:xfrm>
            <a:prstGeom prst="straightConnector1">
              <a:avLst/>
            </a:prstGeom>
            <a:noFill/>
            <a:ln cap="flat" cmpd="sng" w="9525">
              <a:solidFill>
                <a:schemeClr val="dk1"/>
              </a:solidFill>
              <a:prstDash val="solid"/>
              <a:round/>
              <a:headEnd len="sm" w="sm" type="none"/>
              <a:tailEnd len="sm" w="sm" type="none"/>
            </a:ln>
          </p:spPr>
        </p:cxnSp>
        <p:cxnSp>
          <p:nvCxnSpPr>
            <p:cNvPr id="582" name="Google Shape;582;p1"/>
            <p:cNvCxnSpPr/>
            <p:nvPr/>
          </p:nvCxnSpPr>
          <p:spPr>
            <a:xfrm rot="10800000">
              <a:off x="2420737" y="2686404"/>
              <a:ext cx="162000" cy="0"/>
            </a:xfrm>
            <a:prstGeom prst="straightConnector1">
              <a:avLst/>
            </a:prstGeom>
            <a:noFill/>
            <a:ln cap="flat" cmpd="sng" w="9525">
              <a:solidFill>
                <a:schemeClr val="dk1"/>
              </a:solidFill>
              <a:prstDash val="solid"/>
              <a:round/>
              <a:headEnd len="sm" w="sm" type="none"/>
              <a:tailEnd len="sm" w="sm" type="none"/>
            </a:ln>
          </p:spPr>
        </p:cxnSp>
        <p:cxnSp>
          <p:nvCxnSpPr>
            <p:cNvPr id="583" name="Google Shape;583;p1"/>
            <p:cNvCxnSpPr/>
            <p:nvPr/>
          </p:nvCxnSpPr>
          <p:spPr>
            <a:xfrm rot="10800000">
              <a:off x="2429737" y="2663901"/>
              <a:ext cx="144000" cy="0"/>
            </a:xfrm>
            <a:prstGeom prst="straightConnector1">
              <a:avLst/>
            </a:prstGeom>
            <a:noFill/>
            <a:ln cap="flat" cmpd="sng" w="9525">
              <a:solidFill>
                <a:schemeClr val="dk1"/>
              </a:solidFill>
              <a:prstDash val="solid"/>
              <a:round/>
              <a:headEnd len="sm" w="sm" type="none"/>
              <a:tailEnd len="sm" w="sm" type="none"/>
            </a:ln>
          </p:spPr>
        </p:cxnSp>
        <p:cxnSp>
          <p:nvCxnSpPr>
            <p:cNvPr id="584" name="Google Shape;584;p1"/>
            <p:cNvCxnSpPr/>
            <p:nvPr/>
          </p:nvCxnSpPr>
          <p:spPr>
            <a:xfrm rot="10800000">
              <a:off x="2438737" y="2641398"/>
              <a:ext cx="126000" cy="0"/>
            </a:xfrm>
            <a:prstGeom prst="straightConnector1">
              <a:avLst/>
            </a:prstGeom>
            <a:noFill/>
            <a:ln cap="flat" cmpd="sng" w="9525">
              <a:solidFill>
                <a:schemeClr val="dk1"/>
              </a:solidFill>
              <a:prstDash val="solid"/>
              <a:round/>
              <a:headEnd len="sm" w="sm" type="none"/>
              <a:tailEnd len="sm" w="sm" type="none"/>
            </a:ln>
          </p:spPr>
        </p:cxnSp>
        <p:cxnSp>
          <p:nvCxnSpPr>
            <p:cNvPr id="585" name="Google Shape;585;p1"/>
            <p:cNvCxnSpPr/>
            <p:nvPr/>
          </p:nvCxnSpPr>
          <p:spPr>
            <a:xfrm rot="10800000">
              <a:off x="2447737" y="2618896"/>
              <a:ext cx="108000" cy="0"/>
            </a:xfrm>
            <a:prstGeom prst="straightConnector1">
              <a:avLst/>
            </a:prstGeom>
            <a:noFill/>
            <a:ln cap="flat" cmpd="sng" w="9525">
              <a:solidFill>
                <a:schemeClr val="dk1"/>
              </a:solidFill>
              <a:prstDash val="solid"/>
              <a:round/>
              <a:headEnd len="sm" w="sm" type="none"/>
              <a:tailEnd len="sm" w="sm" type="none"/>
            </a:ln>
          </p:spPr>
        </p:cxnSp>
        <p:cxnSp>
          <p:nvCxnSpPr>
            <p:cNvPr id="586" name="Google Shape;586;p1"/>
            <p:cNvCxnSpPr/>
            <p:nvPr/>
          </p:nvCxnSpPr>
          <p:spPr>
            <a:xfrm rot="10800000">
              <a:off x="2456737" y="2596393"/>
              <a:ext cx="90000" cy="0"/>
            </a:xfrm>
            <a:prstGeom prst="straightConnector1">
              <a:avLst/>
            </a:prstGeom>
            <a:noFill/>
            <a:ln cap="flat" cmpd="sng" w="9525">
              <a:solidFill>
                <a:schemeClr val="dk1"/>
              </a:solidFill>
              <a:prstDash val="solid"/>
              <a:round/>
              <a:headEnd len="sm" w="sm" type="none"/>
              <a:tailEnd len="sm" w="sm" type="none"/>
            </a:ln>
          </p:spPr>
        </p:cxnSp>
        <p:cxnSp>
          <p:nvCxnSpPr>
            <p:cNvPr id="587" name="Google Shape;587;p1"/>
            <p:cNvCxnSpPr/>
            <p:nvPr/>
          </p:nvCxnSpPr>
          <p:spPr>
            <a:xfrm rot="10800000">
              <a:off x="2465737" y="2573890"/>
              <a:ext cx="72000" cy="0"/>
            </a:xfrm>
            <a:prstGeom prst="straightConnector1">
              <a:avLst/>
            </a:prstGeom>
            <a:noFill/>
            <a:ln cap="flat" cmpd="sng" w="9525">
              <a:solidFill>
                <a:schemeClr val="dk1"/>
              </a:solidFill>
              <a:prstDash val="solid"/>
              <a:round/>
              <a:headEnd len="sm" w="sm" type="none"/>
              <a:tailEnd len="sm" w="sm" type="none"/>
            </a:ln>
          </p:spPr>
        </p:cxnSp>
        <p:cxnSp>
          <p:nvCxnSpPr>
            <p:cNvPr id="588" name="Google Shape;588;p1"/>
            <p:cNvCxnSpPr/>
            <p:nvPr/>
          </p:nvCxnSpPr>
          <p:spPr>
            <a:xfrm rot="10800000">
              <a:off x="2474598" y="2551387"/>
              <a:ext cx="54000" cy="0"/>
            </a:xfrm>
            <a:prstGeom prst="straightConnector1">
              <a:avLst/>
            </a:prstGeom>
            <a:noFill/>
            <a:ln cap="flat" cmpd="sng" w="9525">
              <a:solidFill>
                <a:schemeClr val="dk1"/>
              </a:solidFill>
              <a:prstDash val="solid"/>
              <a:round/>
              <a:headEnd len="sm" w="sm" type="none"/>
              <a:tailEnd len="sm" w="sm" type="none"/>
            </a:ln>
          </p:spPr>
        </p:cxnSp>
        <p:cxnSp>
          <p:nvCxnSpPr>
            <p:cNvPr id="589" name="Google Shape;589;p1"/>
            <p:cNvCxnSpPr/>
            <p:nvPr/>
          </p:nvCxnSpPr>
          <p:spPr>
            <a:xfrm rot="10800000">
              <a:off x="2485441" y="2528884"/>
              <a:ext cx="36000" cy="0"/>
            </a:xfrm>
            <a:prstGeom prst="straightConnector1">
              <a:avLst/>
            </a:prstGeom>
            <a:noFill/>
            <a:ln cap="flat" cmpd="sng" w="9525">
              <a:solidFill>
                <a:schemeClr val="dk1"/>
              </a:solidFill>
              <a:prstDash val="solid"/>
              <a:round/>
              <a:headEnd len="sm" w="sm" type="none"/>
              <a:tailEnd len="sm" w="sm" type="none"/>
            </a:ln>
          </p:spPr>
        </p:cxnSp>
        <p:sp>
          <p:nvSpPr>
            <p:cNvPr id="590" name="Google Shape;590;p1"/>
            <p:cNvSpPr/>
            <p:nvPr/>
          </p:nvSpPr>
          <p:spPr>
            <a:xfrm>
              <a:off x="2413307" y="2528885"/>
              <a:ext cx="180023" cy="180023"/>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91" name="Google Shape;591;p1"/>
          <p:cNvGrpSpPr/>
          <p:nvPr/>
        </p:nvGrpSpPr>
        <p:grpSpPr>
          <a:xfrm>
            <a:off x="2051677" y="2630489"/>
            <a:ext cx="180024" cy="182404"/>
            <a:chOff x="2051677" y="2528885"/>
            <a:chExt cx="180024" cy="182404"/>
          </a:xfrm>
        </p:grpSpPr>
        <p:cxnSp>
          <p:nvCxnSpPr>
            <p:cNvPr id="592" name="Google Shape;592;p1"/>
            <p:cNvCxnSpPr/>
            <p:nvPr/>
          </p:nvCxnSpPr>
          <p:spPr>
            <a:xfrm>
              <a:off x="2051678" y="2531266"/>
              <a:ext cx="180023" cy="0"/>
            </a:xfrm>
            <a:prstGeom prst="straightConnector1">
              <a:avLst/>
            </a:prstGeom>
            <a:noFill/>
            <a:ln cap="flat" cmpd="sng" w="9525">
              <a:solidFill>
                <a:schemeClr val="dk1"/>
              </a:solidFill>
              <a:prstDash val="solid"/>
              <a:round/>
              <a:headEnd len="sm" w="sm" type="none"/>
              <a:tailEnd len="sm" w="sm" type="none"/>
            </a:ln>
          </p:spPr>
        </p:cxnSp>
        <p:cxnSp>
          <p:nvCxnSpPr>
            <p:cNvPr id="593" name="Google Shape;593;p1"/>
            <p:cNvCxnSpPr/>
            <p:nvPr/>
          </p:nvCxnSpPr>
          <p:spPr>
            <a:xfrm>
              <a:off x="2060689" y="2553769"/>
              <a:ext cx="162000" cy="0"/>
            </a:xfrm>
            <a:prstGeom prst="straightConnector1">
              <a:avLst/>
            </a:prstGeom>
            <a:noFill/>
            <a:ln cap="flat" cmpd="sng" w="9525">
              <a:solidFill>
                <a:schemeClr val="dk1"/>
              </a:solidFill>
              <a:prstDash val="solid"/>
              <a:round/>
              <a:headEnd len="sm" w="sm" type="none"/>
              <a:tailEnd len="sm" w="sm" type="none"/>
            </a:ln>
          </p:spPr>
        </p:cxnSp>
        <p:cxnSp>
          <p:nvCxnSpPr>
            <p:cNvPr id="594" name="Google Shape;594;p1"/>
            <p:cNvCxnSpPr/>
            <p:nvPr/>
          </p:nvCxnSpPr>
          <p:spPr>
            <a:xfrm>
              <a:off x="2069690" y="2576272"/>
              <a:ext cx="144000" cy="0"/>
            </a:xfrm>
            <a:prstGeom prst="straightConnector1">
              <a:avLst/>
            </a:prstGeom>
            <a:noFill/>
            <a:ln cap="flat" cmpd="sng" w="9525">
              <a:solidFill>
                <a:schemeClr val="dk1"/>
              </a:solidFill>
              <a:prstDash val="solid"/>
              <a:round/>
              <a:headEnd len="sm" w="sm" type="none"/>
              <a:tailEnd len="sm" w="sm" type="none"/>
            </a:ln>
          </p:spPr>
        </p:cxnSp>
        <p:cxnSp>
          <p:nvCxnSpPr>
            <p:cNvPr id="595" name="Google Shape;595;p1"/>
            <p:cNvCxnSpPr/>
            <p:nvPr/>
          </p:nvCxnSpPr>
          <p:spPr>
            <a:xfrm>
              <a:off x="2078689" y="2598775"/>
              <a:ext cx="126000" cy="0"/>
            </a:xfrm>
            <a:prstGeom prst="straightConnector1">
              <a:avLst/>
            </a:prstGeom>
            <a:noFill/>
            <a:ln cap="flat" cmpd="sng" w="9525">
              <a:solidFill>
                <a:schemeClr val="dk1"/>
              </a:solidFill>
              <a:prstDash val="solid"/>
              <a:round/>
              <a:headEnd len="sm" w="sm" type="none"/>
              <a:tailEnd len="sm" w="sm" type="none"/>
            </a:ln>
          </p:spPr>
        </p:cxnSp>
        <p:cxnSp>
          <p:nvCxnSpPr>
            <p:cNvPr id="596" name="Google Shape;596;p1"/>
            <p:cNvCxnSpPr/>
            <p:nvPr/>
          </p:nvCxnSpPr>
          <p:spPr>
            <a:xfrm>
              <a:off x="2087690" y="2621278"/>
              <a:ext cx="108000" cy="0"/>
            </a:xfrm>
            <a:prstGeom prst="straightConnector1">
              <a:avLst/>
            </a:prstGeom>
            <a:noFill/>
            <a:ln cap="flat" cmpd="sng" w="9525">
              <a:solidFill>
                <a:schemeClr val="dk1"/>
              </a:solidFill>
              <a:prstDash val="solid"/>
              <a:round/>
              <a:headEnd len="sm" w="sm" type="none"/>
              <a:tailEnd len="sm" w="sm" type="none"/>
            </a:ln>
          </p:spPr>
        </p:cxnSp>
        <p:cxnSp>
          <p:nvCxnSpPr>
            <p:cNvPr id="597" name="Google Shape;597;p1"/>
            <p:cNvCxnSpPr/>
            <p:nvPr/>
          </p:nvCxnSpPr>
          <p:spPr>
            <a:xfrm>
              <a:off x="2096689" y="2643780"/>
              <a:ext cx="90000" cy="0"/>
            </a:xfrm>
            <a:prstGeom prst="straightConnector1">
              <a:avLst/>
            </a:prstGeom>
            <a:noFill/>
            <a:ln cap="flat" cmpd="sng" w="9525">
              <a:solidFill>
                <a:schemeClr val="dk1"/>
              </a:solidFill>
              <a:prstDash val="solid"/>
              <a:round/>
              <a:headEnd len="sm" w="sm" type="none"/>
              <a:tailEnd len="sm" w="sm" type="none"/>
            </a:ln>
          </p:spPr>
        </p:cxnSp>
        <p:cxnSp>
          <p:nvCxnSpPr>
            <p:cNvPr id="598" name="Google Shape;598;p1"/>
            <p:cNvCxnSpPr/>
            <p:nvPr/>
          </p:nvCxnSpPr>
          <p:spPr>
            <a:xfrm>
              <a:off x="2105690" y="2666283"/>
              <a:ext cx="72000" cy="0"/>
            </a:xfrm>
            <a:prstGeom prst="straightConnector1">
              <a:avLst/>
            </a:prstGeom>
            <a:noFill/>
            <a:ln cap="flat" cmpd="sng" w="9525">
              <a:solidFill>
                <a:schemeClr val="dk1"/>
              </a:solidFill>
              <a:prstDash val="solid"/>
              <a:round/>
              <a:headEnd len="sm" w="sm" type="none"/>
              <a:tailEnd len="sm" w="sm" type="none"/>
            </a:ln>
          </p:spPr>
        </p:cxnSp>
        <p:cxnSp>
          <p:nvCxnSpPr>
            <p:cNvPr id="599" name="Google Shape;599;p1"/>
            <p:cNvCxnSpPr/>
            <p:nvPr/>
          </p:nvCxnSpPr>
          <p:spPr>
            <a:xfrm>
              <a:off x="2114828" y="2688786"/>
              <a:ext cx="54000" cy="0"/>
            </a:xfrm>
            <a:prstGeom prst="straightConnector1">
              <a:avLst/>
            </a:prstGeom>
            <a:noFill/>
            <a:ln cap="flat" cmpd="sng" w="9525">
              <a:solidFill>
                <a:schemeClr val="dk1"/>
              </a:solidFill>
              <a:prstDash val="solid"/>
              <a:round/>
              <a:headEnd len="sm" w="sm" type="none"/>
              <a:tailEnd len="sm" w="sm" type="none"/>
            </a:ln>
          </p:spPr>
        </p:cxnSp>
        <p:cxnSp>
          <p:nvCxnSpPr>
            <p:cNvPr id="600" name="Google Shape;600;p1"/>
            <p:cNvCxnSpPr/>
            <p:nvPr/>
          </p:nvCxnSpPr>
          <p:spPr>
            <a:xfrm>
              <a:off x="2121985" y="2711289"/>
              <a:ext cx="36000" cy="0"/>
            </a:xfrm>
            <a:prstGeom prst="straightConnector1">
              <a:avLst/>
            </a:prstGeom>
            <a:noFill/>
            <a:ln cap="flat" cmpd="sng" w="9525">
              <a:solidFill>
                <a:schemeClr val="dk1"/>
              </a:solidFill>
              <a:prstDash val="solid"/>
              <a:round/>
              <a:headEnd len="sm" w="sm" type="none"/>
              <a:tailEnd len="sm" w="sm" type="none"/>
            </a:ln>
          </p:spPr>
        </p:cxnSp>
        <p:sp>
          <p:nvSpPr>
            <p:cNvPr id="601" name="Google Shape;601;p1"/>
            <p:cNvSpPr/>
            <p:nvPr/>
          </p:nvSpPr>
          <p:spPr>
            <a:xfrm rot="10800000">
              <a:off x="2051677" y="2528885"/>
              <a:ext cx="180023" cy="180023"/>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602" name="Google Shape;602;p1"/>
          <p:cNvGrpSpPr/>
          <p:nvPr/>
        </p:nvGrpSpPr>
        <p:grpSpPr>
          <a:xfrm>
            <a:off x="2772293" y="2988153"/>
            <a:ext cx="187198" cy="360046"/>
            <a:chOff x="2769912" y="2888931"/>
            <a:chExt cx="187198" cy="360046"/>
          </a:xfrm>
        </p:grpSpPr>
        <p:sp>
          <p:nvSpPr>
            <p:cNvPr id="603" name="Google Shape;603;p1"/>
            <p:cNvSpPr/>
            <p:nvPr/>
          </p:nvSpPr>
          <p:spPr>
            <a:xfrm>
              <a:off x="2771770" y="2888931"/>
              <a:ext cx="180023" cy="36004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04" name="Google Shape;604;p1"/>
            <p:cNvCxnSpPr/>
            <p:nvPr/>
          </p:nvCxnSpPr>
          <p:spPr>
            <a:xfrm flipH="1">
              <a:off x="2771771" y="3229658"/>
              <a:ext cx="180023" cy="1"/>
            </a:xfrm>
            <a:prstGeom prst="straightConnector1">
              <a:avLst/>
            </a:prstGeom>
            <a:noFill/>
            <a:ln cap="flat" cmpd="sng" w="57150">
              <a:solidFill>
                <a:schemeClr val="dk1"/>
              </a:solidFill>
              <a:prstDash val="solid"/>
              <a:round/>
              <a:headEnd len="sm" w="sm" type="none"/>
              <a:tailEnd len="sm" w="sm" type="none"/>
            </a:ln>
          </p:spPr>
        </p:cxnSp>
        <p:cxnSp>
          <p:nvCxnSpPr>
            <p:cNvPr id="605" name="Google Shape;605;p1"/>
            <p:cNvCxnSpPr/>
            <p:nvPr/>
          </p:nvCxnSpPr>
          <p:spPr>
            <a:xfrm>
              <a:off x="2780771" y="2888931"/>
              <a:ext cx="171022" cy="0"/>
            </a:xfrm>
            <a:prstGeom prst="straightConnector1">
              <a:avLst/>
            </a:prstGeom>
            <a:noFill/>
            <a:ln cap="flat" cmpd="sng" w="9525">
              <a:solidFill>
                <a:schemeClr val="dk1"/>
              </a:solidFill>
              <a:prstDash val="solid"/>
              <a:round/>
              <a:headEnd len="sm" w="sm" type="none"/>
              <a:tailEnd len="sm" w="sm" type="none"/>
            </a:ln>
          </p:spPr>
        </p:cxnSp>
        <p:cxnSp>
          <p:nvCxnSpPr>
            <p:cNvPr id="606" name="Google Shape;606;p1"/>
            <p:cNvCxnSpPr/>
            <p:nvPr/>
          </p:nvCxnSpPr>
          <p:spPr>
            <a:xfrm>
              <a:off x="2771770" y="3041331"/>
              <a:ext cx="171022" cy="0"/>
            </a:xfrm>
            <a:prstGeom prst="straightConnector1">
              <a:avLst/>
            </a:prstGeom>
            <a:noFill/>
            <a:ln cap="flat" cmpd="sng" w="9525">
              <a:solidFill>
                <a:schemeClr val="dk1"/>
              </a:solidFill>
              <a:prstDash val="solid"/>
              <a:round/>
              <a:headEnd len="sm" w="sm" type="none"/>
              <a:tailEnd len="sm" w="sm" type="none"/>
            </a:ln>
          </p:spPr>
        </p:cxnSp>
        <p:cxnSp>
          <p:nvCxnSpPr>
            <p:cNvPr id="607" name="Google Shape;607;p1"/>
            <p:cNvCxnSpPr/>
            <p:nvPr/>
          </p:nvCxnSpPr>
          <p:spPr>
            <a:xfrm>
              <a:off x="2769912" y="3064951"/>
              <a:ext cx="171022" cy="0"/>
            </a:xfrm>
            <a:prstGeom prst="straightConnector1">
              <a:avLst/>
            </a:prstGeom>
            <a:noFill/>
            <a:ln cap="flat" cmpd="sng" w="9525">
              <a:solidFill>
                <a:schemeClr val="dk1"/>
              </a:solidFill>
              <a:prstDash val="solid"/>
              <a:round/>
              <a:headEnd len="sm" w="sm" type="none"/>
              <a:tailEnd len="sm" w="sm" type="none"/>
            </a:ln>
          </p:spPr>
        </p:cxnSp>
        <p:cxnSp>
          <p:nvCxnSpPr>
            <p:cNvPr id="608" name="Google Shape;608;p1"/>
            <p:cNvCxnSpPr/>
            <p:nvPr/>
          </p:nvCxnSpPr>
          <p:spPr>
            <a:xfrm>
              <a:off x="2782340" y="3088571"/>
              <a:ext cx="171022" cy="0"/>
            </a:xfrm>
            <a:prstGeom prst="straightConnector1">
              <a:avLst/>
            </a:prstGeom>
            <a:noFill/>
            <a:ln cap="flat" cmpd="sng" w="9525">
              <a:solidFill>
                <a:schemeClr val="dk1"/>
              </a:solidFill>
              <a:prstDash val="solid"/>
              <a:round/>
              <a:headEnd len="sm" w="sm" type="none"/>
              <a:tailEnd len="sm" w="sm" type="none"/>
            </a:ln>
          </p:spPr>
        </p:cxnSp>
        <p:cxnSp>
          <p:nvCxnSpPr>
            <p:cNvPr id="609" name="Google Shape;609;p1"/>
            <p:cNvCxnSpPr/>
            <p:nvPr/>
          </p:nvCxnSpPr>
          <p:spPr>
            <a:xfrm>
              <a:off x="2778101" y="3112191"/>
              <a:ext cx="171022" cy="0"/>
            </a:xfrm>
            <a:prstGeom prst="straightConnector1">
              <a:avLst/>
            </a:prstGeom>
            <a:noFill/>
            <a:ln cap="flat" cmpd="sng" w="9525">
              <a:solidFill>
                <a:schemeClr val="dk1"/>
              </a:solidFill>
              <a:prstDash val="solid"/>
              <a:round/>
              <a:headEnd len="sm" w="sm" type="none"/>
              <a:tailEnd len="sm" w="sm" type="none"/>
            </a:ln>
          </p:spPr>
        </p:cxnSp>
        <p:cxnSp>
          <p:nvCxnSpPr>
            <p:cNvPr id="610" name="Google Shape;610;p1"/>
            <p:cNvCxnSpPr/>
            <p:nvPr/>
          </p:nvCxnSpPr>
          <p:spPr>
            <a:xfrm>
              <a:off x="2781005" y="3135811"/>
              <a:ext cx="171022" cy="0"/>
            </a:xfrm>
            <a:prstGeom prst="straightConnector1">
              <a:avLst/>
            </a:prstGeom>
            <a:noFill/>
            <a:ln cap="flat" cmpd="sng" w="9525">
              <a:solidFill>
                <a:schemeClr val="dk1"/>
              </a:solidFill>
              <a:prstDash val="solid"/>
              <a:round/>
              <a:headEnd len="sm" w="sm" type="none"/>
              <a:tailEnd len="sm" w="sm" type="none"/>
            </a:ln>
          </p:spPr>
        </p:cxnSp>
        <p:cxnSp>
          <p:nvCxnSpPr>
            <p:cNvPr id="611" name="Google Shape;611;p1"/>
            <p:cNvCxnSpPr/>
            <p:nvPr/>
          </p:nvCxnSpPr>
          <p:spPr>
            <a:xfrm>
              <a:off x="2772004" y="3159431"/>
              <a:ext cx="171022" cy="0"/>
            </a:xfrm>
            <a:prstGeom prst="straightConnector1">
              <a:avLst/>
            </a:prstGeom>
            <a:noFill/>
            <a:ln cap="flat" cmpd="sng" w="9525">
              <a:solidFill>
                <a:schemeClr val="dk1"/>
              </a:solidFill>
              <a:prstDash val="solid"/>
              <a:round/>
              <a:headEnd len="sm" w="sm" type="none"/>
              <a:tailEnd len="sm" w="sm" type="none"/>
            </a:ln>
          </p:spPr>
        </p:cxnSp>
        <p:cxnSp>
          <p:nvCxnSpPr>
            <p:cNvPr id="612" name="Google Shape;612;p1"/>
            <p:cNvCxnSpPr/>
            <p:nvPr/>
          </p:nvCxnSpPr>
          <p:spPr>
            <a:xfrm>
              <a:off x="2777123" y="3183051"/>
              <a:ext cx="171022" cy="0"/>
            </a:xfrm>
            <a:prstGeom prst="straightConnector1">
              <a:avLst/>
            </a:prstGeom>
            <a:noFill/>
            <a:ln cap="flat" cmpd="sng" w="9525">
              <a:solidFill>
                <a:schemeClr val="dk1"/>
              </a:solidFill>
              <a:prstDash val="solid"/>
              <a:round/>
              <a:headEnd len="sm" w="sm" type="none"/>
              <a:tailEnd len="sm" w="sm" type="none"/>
            </a:ln>
          </p:spPr>
        </p:cxnSp>
        <p:cxnSp>
          <p:nvCxnSpPr>
            <p:cNvPr id="613" name="Google Shape;613;p1"/>
            <p:cNvCxnSpPr/>
            <p:nvPr/>
          </p:nvCxnSpPr>
          <p:spPr>
            <a:xfrm>
              <a:off x="2778929" y="3017537"/>
              <a:ext cx="171022" cy="0"/>
            </a:xfrm>
            <a:prstGeom prst="straightConnector1">
              <a:avLst/>
            </a:prstGeom>
            <a:noFill/>
            <a:ln cap="flat" cmpd="sng" w="9525">
              <a:solidFill>
                <a:schemeClr val="dk1"/>
              </a:solidFill>
              <a:prstDash val="solid"/>
              <a:round/>
              <a:headEnd len="sm" w="sm" type="none"/>
              <a:tailEnd len="sm" w="sm" type="none"/>
            </a:ln>
          </p:spPr>
        </p:cxnSp>
        <p:cxnSp>
          <p:nvCxnSpPr>
            <p:cNvPr id="614" name="Google Shape;614;p1"/>
            <p:cNvCxnSpPr/>
            <p:nvPr/>
          </p:nvCxnSpPr>
          <p:spPr>
            <a:xfrm>
              <a:off x="2786088" y="2993743"/>
              <a:ext cx="171022" cy="0"/>
            </a:xfrm>
            <a:prstGeom prst="straightConnector1">
              <a:avLst/>
            </a:prstGeom>
            <a:noFill/>
            <a:ln cap="flat" cmpd="sng" w="9525">
              <a:solidFill>
                <a:schemeClr val="dk1"/>
              </a:solidFill>
              <a:prstDash val="solid"/>
              <a:round/>
              <a:headEnd len="sm" w="sm" type="none"/>
              <a:tailEnd len="sm" w="sm" type="none"/>
            </a:ln>
          </p:spPr>
        </p:cxnSp>
        <p:cxnSp>
          <p:nvCxnSpPr>
            <p:cNvPr id="615" name="Google Shape;615;p1"/>
            <p:cNvCxnSpPr/>
            <p:nvPr/>
          </p:nvCxnSpPr>
          <p:spPr>
            <a:xfrm>
              <a:off x="2778961" y="2969949"/>
              <a:ext cx="171022" cy="0"/>
            </a:xfrm>
            <a:prstGeom prst="straightConnector1">
              <a:avLst/>
            </a:prstGeom>
            <a:noFill/>
            <a:ln cap="flat" cmpd="sng" w="9525">
              <a:solidFill>
                <a:schemeClr val="dk1"/>
              </a:solidFill>
              <a:prstDash val="solid"/>
              <a:round/>
              <a:headEnd len="sm" w="sm" type="none"/>
              <a:tailEnd len="sm" w="sm" type="none"/>
            </a:ln>
          </p:spPr>
        </p:cxnSp>
        <p:cxnSp>
          <p:nvCxnSpPr>
            <p:cNvPr id="616" name="Google Shape;616;p1"/>
            <p:cNvCxnSpPr/>
            <p:nvPr/>
          </p:nvCxnSpPr>
          <p:spPr>
            <a:xfrm>
              <a:off x="2781358" y="2946155"/>
              <a:ext cx="171022" cy="0"/>
            </a:xfrm>
            <a:prstGeom prst="straightConnector1">
              <a:avLst/>
            </a:prstGeom>
            <a:noFill/>
            <a:ln cap="flat" cmpd="sng" w="9525">
              <a:solidFill>
                <a:schemeClr val="dk1"/>
              </a:solidFill>
              <a:prstDash val="solid"/>
              <a:round/>
              <a:headEnd len="sm" w="sm" type="none"/>
              <a:tailEnd len="sm" w="sm" type="none"/>
            </a:ln>
          </p:spPr>
        </p:cxnSp>
        <p:cxnSp>
          <p:nvCxnSpPr>
            <p:cNvPr id="617" name="Google Shape;617;p1"/>
            <p:cNvCxnSpPr/>
            <p:nvPr/>
          </p:nvCxnSpPr>
          <p:spPr>
            <a:xfrm>
              <a:off x="2783740" y="2918785"/>
              <a:ext cx="171022" cy="0"/>
            </a:xfrm>
            <a:prstGeom prst="straightConnector1">
              <a:avLst/>
            </a:prstGeom>
            <a:noFill/>
            <a:ln cap="flat" cmpd="sng" w="9525">
              <a:solidFill>
                <a:schemeClr val="dk1"/>
              </a:solidFill>
              <a:prstDash val="solid"/>
              <a:round/>
              <a:headEnd len="sm" w="sm" type="none"/>
              <a:tailEnd len="sm" w="sm" type="none"/>
            </a:ln>
          </p:spPr>
        </p:cxnSp>
      </p:grpSp>
      <p:grpSp>
        <p:nvGrpSpPr>
          <p:cNvPr id="618" name="Google Shape;618;p1"/>
          <p:cNvGrpSpPr/>
          <p:nvPr/>
        </p:nvGrpSpPr>
        <p:grpSpPr>
          <a:xfrm>
            <a:off x="2771770" y="2630489"/>
            <a:ext cx="185838" cy="180023"/>
            <a:chOff x="2771770" y="2528885"/>
            <a:chExt cx="185838" cy="180023"/>
          </a:xfrm>
        </p:grpSpPr>
        <p:sp>
          <p:nvSpPr>
            <p:cNvPr id="619" name="Google Shape;619;p1"/>
            <p:cNvSpPr/>
            <p:nvPr/>
          </p:nvSpPr>
          <p:spPr>
            <a:xfrm>
              <a:off x="2771770" y="2528885"/>
              <a:ext cx="184785" cy="180023"/>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20" name="Google Shape;620;p1"/>
            <p:cNvCxnSpPr/>
            <p:nvPr/>
          </p:nvCxnSpPr>
          <p:spPr>
            <a:xfrm>
              <a:off x="2776766" y="2692706"/>
              <a:ext cx="171022" cy="0"/>
            </a:xfrm>
            <a:prstGeom prst="straightConnector1">
              <a:avLst/>
            </a:prstGeom>
            <a:noFill/>
            <a:ln cap="flat" cmpd="sng" w="38100">
              <a:solidFill>
                <a:schemeClr val="dk1"/>
              </a:solidFill>
              <a:prstDash val="solid"/>
              <a:round/>
              <a:headEnd len="sm" w="sm" type="none"/>
              <a:tailEnd len="sm" w="sm" type="none"/>
            </a:ln>
          </p:spPr>
        </p:cxnSp>
        <p:cxnSp>
          <p:nvCxnSpPr>
            <p:cNvPr id="621" name="Google Shape;621;p1"/>
            <p:cNvCxnSpPr/>
            <p:nvPr/>
          </p:nvCxnSpPr>
          <p:spPr>
            <a:xfrm>
              <a:off x="2785690" y="2559547"/>
              <a:ext cx="171022" cy="0"/>
            </a:xfrm>
            <a:prstGeom prst="straightConnector1">
              <a:avLst/>
            </a:prstGeom>
            <a:noFill/>
            <a:ln cap="flat" cmpd="sng" w="9525">
              <a:solidFill>
                <a:schemeClr val="dk1"/>
              </a:solidFill>
              <a:prstDash val="solid"/>
              <a:round/>
              <a:headEnd len="sm" w="sm" type="none"/>
              <a:tailEnd len="sm" w="sm" type="none"/>
            </a:ln>
          </p:spPr>
        </p:cxnSp>
        <p:cxnSp>
          <p:nvCxnSpPr>
            <p:cNvPr id="622" name="Google Shape;622;p1"/>
            <p:cNvCxnSpPr/>
            <p:nvPr/>
          </p:nvCxnSpPr>
          <p:spPr>
            <a:xfrm>
              <a:off x="2776689" y="2583167"/>
              <a:ext cx="171022" cy="0"/>
            </a:xfrm>
            <a:prstGeom prst="straightConnector1">
              <a:avLst/>
            </a:prstGeom>
            <a:noFill/>
            <a:ln cap="flat" cmpd="sng" w="9525">
              <a:solidFill>
                <a:schemeClr val="dk1"/>
              </a:solidFill>
              <a:prstDash val="solid"/>
              <a:round/>
              <a:headEnd len="sm" w="sm" type="none"/>
              <a:tailEnd len="sm" w="sm" type="none"/>
            </a:ln>
          </p:spPr>
        </p:cxnSp>
        <p:cxnSp>
          <p:nvCxnSpPr>
            <p:cNvPr id="623" name="Google Shape;623;p1"/>
            <p:cNvCxnSpPr/>
            <p:nvPr/>
          </p:nvCxnSpPr>
          <p:spPr>
            <a:xfrm>
              <a:off x="2781808" y="2606787"/>
              <a:ext cx="171022" cy="0"/>
            </a:xfrm>
            <a:prstGeom prst="straightConnector1">
              <a:avLst/>
            </a:prstGeom>
            <a:noFill/>
            <a:ln cap="flat" cmpd="sng" w="9525">
              <a:solidFill>
                <a:schemeClr val="dk1"/>
              </a:solidFill>
              <a:prstDash val="solid"/>
              <a:round/>
              <a:headEnd len="sm" w="sm" type="none"/>
              <a:tailEnd len="sm" w="sm" type="none"/>
            </a:ln>
          </p:spPr>
        </p:cxnSp>
        <p:cxnSp>
          <p:nvCxnSpPr>
            <p:cNvPr id="624" name="Google Shape;624;p1"/>
            <p:cNvCxnSpPr/>
            <p:nvPr/>
          </p:nvCxnSpPr>
          <p:spPr>
            <a:xfrm>
              <a:off x="2781282" y="2655641"/>
              <a:ext cx="171022" cy="0"/>
            </a:xfrm>
            <a:prstGeom prst="straightConnector1">
              <a:avLst/>
            </a:prstGeom>
            <a:noFill/>
            <a:ln cap="flat" cmpd="sng" w="9525">
              <a:solidFill>
                <a:schemeClr val="dk1"/>
              </a:solidFill>
              <a:prstDash val="solid"/>
              <a:round/>
              <a:headEnd len="sm" w="sm" type="none"/>
              <a:tailEnd len="sm" w="sm" type="none"/>
            </a:ln>
          </p:spPr>
        </p:cxnSp>
        <p:cxnSp>
          <p:nvCxnSpPr>
            <p:cNvPr id="625" name="Google Shape;625;p1"/>
            <p:cNvCxnSpPr/>
            <p:nvPr/>
          </p:nvCxnSpPr>
          <p:spPr>
            <a:xfrm>
              <a:off x="2786586" y="2630613"/>
              <a:ext cx="171022" cy="0"/>
            </a:xfrm>
            <a:prstGeom prst="straightConnector1">
              <a:avLst/>
            </a:prstGeom>
            <a:noFill/>
            <a:ln cap="flat" cmpd="sng" w="9525">
              <a:solidFill>
                <a:schemeClr val="dk1"/>
              </a:solidFill>
              <a:prstDash val="solid"/>
              <a:round/>
              <a:headEnd len="sm" w="sm" type="none"/>
              <a:tailEnd len="sm" w="sm" type="none"/>
            </a:ln>
          </p:spPr>
        </p:cxnSp>
      </p:grpSp>
      <p:grpSp>
        <p:nvGrpSpPr>
          <p:cNvPr id="626" name="Google Shape;626;p1"/>
          <p:cNvGrpSpPr/>
          <p:nvPr/>
        </p:nvGrpSpPr>
        <p:grpSpPr>
          <a:xfrm>
            <a:off x="3130009" y="2625726"/>
            <a:ext cx="184786" cy="180023"/>
            <a:chOff x="3130009" y="2524122"/>
            <a:chExt cx="184786" cy="180023"/>
          </a:xfrm>
        </p:grpSpPr>
        <p:sp>
          <p:nvSpPr>
            <p:cNvPr id="627" name="Google Shape;627;p1"/>
            <p:cNvSpPr/>
            <p:nvPr/>
          </p:nvSpPr>
          <p:spPr>
            <a:xfrm rot="10800000">
              <a:off x="3130010" y="2524122"/>
              <a:ext cx="184785" cy="180023"/>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28" name="Google Shape;628;p1"/>
            <p:cNvCxnSpPr/>
            <p:nvPr/>
          </p:nvCxnSpPr>
          <p:spPr>
            <a:xfrm flipH="1" rot="10800000">
              <a:off x="3130009" y="2540790"/>
              <a:ext cx="180023" cy="1"/>
            </a:xfrm>
            <a:prstGeom prst="straightConnector1">
              <a:avLst/>
            </a:prstGeom>
            <a:noFill/>
            <a:ln cap="flat" cmpd="sng" w="38100">
              <a:solidFill>
                <a:schemeClr val="dk1"/>
              </a:solidFill>
              <a:prstDash val="solid"/>
              <a:round/>
              <a:headEnd len="sm" w="sm" type="none"/>
              <a:tailEnd len="sm" w="sm" type="none"/>
            </a:ln>
          </p:spPr>
        </p:cxnSp>
        <p:cxnSp>
          <p:nvCxnSpPr>
            <p:cNvPr id="629" name="Google Shape;629;p1"/>
            <p:cNvCxnSpPr/>
            <p:nvPr/>
          </p:nvCxnSpPr>
          <p:spPr>
            <a:xfrm rot="10800000">
              <a:off x="3138777" y="2533181"/>
              <a:ext cx="171022" cy="0"/>
            </a:xfrm>
            <a:prstGeom prst="straightConnector1">
              <a:avLst/>
            </a:prstGeom>
            <a:noFill/>
            <a:ln cap="flat" cmpd="sng" w="9525">
              <a:solidFill>
                <a:schemeClr val="dk1"/>
              </a:solidFill>
              <a:prstDash val="solid"/>
              <a:round/>
              <a:headEnd len="sm" w="sm" type="none"/>
              <a:tailEnd len="sm" w="sm" type="none"/>
            </a:ln>
          </p:spPr>
        </p:cxnSp>
        <p:cxnSp>
          <p:nvCxnSpPr>
            <p:cNvPr id="630" name="Google Shape;630;p1"/>
            <p:cNvCxnSpPr/>
            <p:nvPr/>
          </p:nvCxnSpPr>
          <p:spPr>
            <a:xfrm rot="10800000">
              <a:off x="3134615" y="2673483"/>
              <a:ext cx="171022" cy="0"/>
            </a:xfrm>
            <a:prstGeom prst="straightConnector1">
              <a:avLst/>
            </a:prstGeom>
            <a:noFill/>
            <a:ln cap="flat" cmpd="sng" w="9525">
              <a:solidFill>
                <a:schemeClr val="dk1"/>
              </a:solidFill>
              <a:prstDash val="solid"/>
              <a:round/>
              <a:headEnd len="sm" w="sm" type="none"/>
              <a:tailEnd len="sm" w="sm" type="none"/>
            </a:ln>
          </p:spPr>
        </p:cxnSp>
        <p:cxnSp>
          <p:nvCxnSpPr>
            <p:cNvPr id="631" name="Google Shape;631;p1"/>
            <p:cNvCxnSpPr/>
            <p:nvPr/>
          </p:nvCxnSpPr>
          <p:spPr>
            <a:xfrm rot="10800000">
              <a:off x="3138854" y="2649863"/>
              <a:ext cx="171022" cy="0"/>
            </a:xfrm>
            <a:prstGeom prst="straightConnector1">
              <a:avLst/>
            </a:prstGeom>
            <a:noFill/>
            <a:ln cap="flat" cmpd="sng" w="9525">
              <a:solidFill>
                <a:schemeClr val="dk1"/>
              </a:solidFill>
              <a:prstDash val="solid"/>
              <a:round/>
              <a:headEnd len="sm" w="sm" type="none"/>
              <a:tailEnd len="sm" w="sm" type="none"/>
            </a:ln>
          </p:spPr>
        </p:cxnSp>
        <p:cxnSp>
          <p:nvCxnSpPr>
            <p:cNvPr id="632" name="Google Shape;632;p1"/>
            <p:cNvCxnSpPr/>
            <p:nvPr/>
          </p:nvCxnSpPr>
          <p:spPr>
            <a:xfrm rot="10800000">
              <a:off x="3133735" y="2626243"/>
              <a:ext cx="171022" cy="0"/>
            </a:xfrm>
            <a:prstGeom prst="straightConnector1">
              <a:avLst/>
            </a:prstGeom>
            <a:noFill/>
            <a:ln cap="flat" cmpd="sng" w="9525">
              <a:solidFill>
                <a:schemeClr val="dk1"/>
              </a:solidFill>
              <a:prstDash val="solid"/>
              <a:round/>
              <a:headEnd len="sm" w="sm" type="none"/>
              <a:tailEnd len="sm" w="sm" type="none"/>
            </a:ln>
          </p:spPr>
        </p:cxnSp>
        <p:cxnSp>
          <p:nvCxnSpPr>
            <p:cNvPr id="633" name="Google Shape;633;p1"/>
            <p:cNvCxnSpPr/>
            <p:nvPr/>
          </p:nvCxnSpPr>
          <p:spPr>
            <a:xfrm rot="10800000">
              <a:off x="3134261" y="2579770"/>
              <a:ext cx="171022" cy="0"/>
            </a:xfrm>
            <a:prstGeom prst="straightConnector1">
              <a:avLst/>
            </a:prstGeom>
            <a:noFill/>
            <a:ln cap="flat" cmpd="sng" w="9525">
              <a:solidFill>
                <a:schemeClr val="dk1"/>
              </a:solidFill>
              <a:prstDash val="solid"/>
              <a:round/>
              <a:headEnd len="sm" w="sm" type="none"/>
              <a:tailEnd len="sm" w="sm" type="none"/>
            </a:ln>
          </p:spPr>
        </p:cxnSp>
        <p:cxnSp>
          <p:nvCxnSpPr>
            <p:cNvPr id="634" name="Google Shape;634;p1"/>
            <p:cNvCxnSpPr/>
            <p:nvPr/>
          </p:nvCxnSpPr>
          <p:spPr>
            <a:xfrm rot="10800000">
              <a:off x="3136100" y="2602417"/>
              <a:ext cx="171022" cy="0"/>
            </a:xfrm>
            <a:prstGeom prst="straightConnector1">
              <a:avLst/>
            </a:prstGeom>
            <a:noFill/>
            <a:ln cap="flat" cmpd="sng" w="9525">
              <a:solidFill>
                <a:schemeClr val="dk1"/>
              </a:solidFill>
              <a:prstDash val="solid"/>
              <a:round/>
              <a:headEnd len="sm" w="sm" type="none"/>
              <a:tailEnd len="sm" w="sm" type="none"/>
            </a:ln>
          </p:spPr>
        </p:cxnSp>
      </p:grpSp>
      <p:grpSp>
        <p:nvGrpSpPr>
          <p:cNvPr id="635" name="Google Shape;635;p1"/>
          <p:cNvGrpSpPr/>
          <p:nvPr/>
        </p:nvGrpSpPr>
        <p:grpSpPr>
          <a:xfrm>
            <a:off x="2772000" y="2056721"/>
            <a:ext cx="171022" cy="352463"/>
            <a:chOff x="3123803" y="1928923"/>
            <a:chExt cx="171022" cy="352463"/>
          </a:xfrm>
        </p:grpSpPr>
        <p:cxnSp>
          <p:nvCxnSpPr>
            <p:cNvPr id="636" name="Google Shape;636;p1"/>
            <p:cNvCxnSpPr/>
            <p:nvPr/>
          </p:nvCxnSpPr>
          <p:spPr>
            <a:xfrm>
              <a:off x="3123803" y="1974132"/>
              <a:ext cx="171022" cy="0"/>
            </a:xfrm>
            <a:prstGeom prst="straightConnector1">
              <a:avLst/>
            </a:prstGeom>
            <a:noFill/>
            <a:ln cap="flat" cmpd="sng" w="9525">
              <a:solidFill>
                <a:schemeClr val="dk1"/>
              </a:solidFill>
              <a:prstDash val="solid"/>
              <a:round/>
              <a:headEnd len="sm" w="sm" type="none"/>
              <a:tailEnd len="sm" w="sm" type="none"/>
            </a:ln>
          </p:spPr>
        </p:cxnSp>
        <p:cxnSp>
          <p:nvCxnSpPr>
            <p:cNvPr id="637" name="Google Shape;637;p1"/>
            <p:cNvCxnSpPr/>
            <p:nvPr/>
          </p:nvCxnSpPr>
          <p:spPr>
            <a:xfrm>
              <a:off x="3123803" y="2090812"/>
              <a:ext cx="171022" cy="0"/>
            </a:xfrm>
            <a:prstGeom prst="straightConnector1">
              <a:avLst/>
            </a:prstGeom>
            <a:noFill/>
            <a:ln cap="flat" cmpd="sng" w="9525">
              <a:solidFill>
                <a:schemeClr val="dk1"/>
              </a:solidFill>
              <a:prstDash val="solid"/>
              <a:round/>
              <a:headEnd len="sm" w="sm" type="none"/>
              <a:tailEnd len="sm" w="sm" type="none"/>
            </a:ln>
          </p:spPr>
        </p:cxnSp>
        <p:cxnSp>
          <p:nvCxnSpPr>
            <p:cNvPr id="638" name="Google Shape;638;p1"/>
            <p:cNvCxnSpPr/>
            <p:nvPr/>
          </p:nvCxnSpPr>
          <p:spPr>
            <a:xfrm>
              <a:off x="3123803" y="2114432"/>
              <a:ext cx="171022" cy="0"/>
            </a:xfrm>
            <a:prstGeom prst="straightConnector1">
              <a:avLst/>
            </a:prstGeom>
            <a:noFill/>
            <a:ln cap="flat" cmpd="sng" w="9525">
              <a:solidFill>
                <a:schemeClr val="dk1"/>
              </a:solidFill>
              <a:prstDash val="solid"/>
              <a:round/>
              <a:headEnd len="sm" w="sm" type="none"/>
              <a:tailEnd len="sm" w="sm" type="none"/>
            </a:ln>
          </p:spPr>
        </p:cxnSp>
        <p:cxnSp>
          <p:nvCxnSpPr>
            <p:cNvPr id="639" name="Google Shape;639;p1"/>
            <p:cNvCxnSpPr/>
            <p:nvPr/>
          </p:nvCxnSpPr>
          <p:spPr>
            <a:xfrm>
              <a:off x="3123803" y="2138052"/>
              <a:ext cx="171022" cy="0"/>
            </a:xfrm>
            <a:prstGeom prst="straightConnector1">
              <a:avLst/>
            </a:prstGeom>
            <a:noFill/>
            <a:ln cap="flat" cmpd="sng" w="9525">
              <a:solidFill>
                <a:schemeClr val="dk1"/>
              </a:solidFill>
              <a:prstDash val="solid"/>
              <a:round/>
              <a:headEnd len="sm" w="sm" type="none"/>
              <a:tailEnd len="sm" w="sm" type="none"/>
            </a:ln>
          </p:spPr>
        </p:cxnSp>
        <p:cxnSp>
          <p:nvCxnSpPr>
            <p:cNvPr id="640" name="Google Shape;640;p1"/>
            <p:cNvCxnSpPr/>
            <p:nvPr/>
          </p:nvCxnSpPr>
          <p:spPr>
            <a:xfrm>
              <a:off x="3123803" y="2161672"/>
              <a:ext cx="171022" cy="0"/>
            </a:xfrm>
            <a:prstGeom prst="straightConnector1">
              <a:avLst/>
            </a:prstGeom>
            <a:noFill/>
            <a:ln cap="flat" cmpd="sng" w="9525">
              <a:solidFill>
                <a:schemeClr val="dk1"/>
              </a:solidFill>
              <a:prstDash val="solid"/>
              <a:round/>
              <a:headEnd len="sm" w="sm" type="none"/>
              <a:tailEnd len="sm" w="sm" type="none"/>
            </a:ln>
          </p:spPr>
        </p:cxnSp>
        <p:cxnSp>
          <p:nvCxnSpPr>
            <p:cNvPr id="641" name="Google Shape;641;p1"/>
            <p:cNvCxnSpPr/>
            <p:nvPr/>
          </p:nvCxnSpPr>
          <p:spPr>
            <a:xfrm>
              <a:off x="3123803" y="2185292"/>
              <a:ext cx="171022" cy="0"/>
            </a:xfrm>
            <a:prstGeom prst="straightConnector1">
              <a:avLst/>
            </a:prstGeom>
            <a:noFill/>
            <a:ln cap="flat" cmpd="sng" w="9525">
              <a:solidFill>
                <a:schemeClr val="dk1"/>
              </a:solidFill>
              <a:prstDash val="solid"/>
              <a:round/>
              <a:headEnd len="sm" w="sm" type="none"/>
              <a:tailEnd len="sm" w="sm" type="none"/>
            </a:ln>
          </p:spPr>
        </p:cxnSp>
        <p:cxnSp>
          <p:nvCxnSpPr>
            <p:cNvPr id="642" name="Google Shape;642;p1"/>
            <p:cNvCxnSpPr/>
            <p:nvPr/>
          </p:nvCxnSpPr>
          <p:spPr>
            <a:xfrm>
              <a:off x="3123803" y="2208912"/>
              <a:ext cx="171022" cy="0"/>
            </a:xfrm>
            <a:prstGeom prst="straightConnector1">
              <a:avLst/>
            </a:prstGeom>
            <a:noFill/>
            <a:ln cap="flat" cmpd="sng" w="9525">
              <a:solidFill>
                <a:schemeClr val="dk1"/>
              </a:solidFill>
              <a:prstDash val="solid"/>
              <a:round/>
              <a:headEnd len="sm" w="sm" type="none"/>
              <a:tailEnd len="sm" w="sm" type="none"/>
            </a:ln>
          </p:spPr>
        </p:cxnSp>
        <p:cxnSp>
          <p:nvCxnSpPr>
            <p:cNvPr id="643" name="Google Shape;643;p1"/>
            <p:cNvCxnSpPr/>
            <p:nvPr/>
          </p:nvCxnSpPr>
          <p:spPr>
            <a:xfrm>
              <a:off x="3123803" y="2232532"/>
              <a:ext cx="171022" cy="0"/>
            </a:xfrm>
            <a:prstGeom prst="straightConnector1">
              <a:avLst/>
            </a:prstGeom>
            <a:noFill/>
            <a:ln cap="flat" cmpd="sng" w="9525">
              <a:solidFill>
                <a:schemeClr val="dk1"/>
              </a:solidFill>
              <a:prstDash val="solid"/>
              <a:round/>
              <a:headEnd len="sm" w="sm" type="none"/>
              <a:tailEnd len="sm" w="sm" type="none"/>
            </a:ln>
          </p:spPr>
        </p:cxnSp>
        <p:cxnSp>
          <p:nvCxnSpPr>
            <p:cNvPr id="644" name="Google Shape;644;p1"/>
            <p:cNvCxnSpPr/>
            <p:nvPr/>
          </p:nvCxnSpPr>
          <p:spPr>
            <a:xfrm>
              <a:off x="3123803" y="2067018"/>
              <a:ext cx="171022" cy="0"/>
            </a:xfrm>
            <a:prstGeom prst="straightConnector1">
              <a:avLst/>
            </a:prstGeom>
            <a:noFill/>
            <a:ln cap="flat" cmpd="sng" w="9525">
              <a:solidFill>
                <a:schemeClr val="dk1"/>
              </a:solidFill>
              <a:prstDash val="solid"/>
              <a:round/>
              <a:headEnd len="sm" w="sm" type="none"/>
              <a:tailEnd len="sm" w="sm" type="none"/>
            </a:ln>
          </p:spPr>
        </p:cxnSp>
        <p:cxnSp>
          <p:nvCxnSpPr>
            <p:cNvPr id="645" name="Google Shape;645;p1"/>
            <p:cNvCxnSpPr/>
            <p:nvPr/>
          </p:nvCxnSpPr>
          <p:spPr>
            <a:xfrm>
              <a:off x="3123803" y="2043224"/>
              <a:ext cx="171022" cy="0"/>
            </a:xfrm>
            <a:prstGeom prst="straightConnector1">
              <a:avLst/>
            </a:prstGeom>
            <a:noFill/>
            <a:ln cap="flat" cmpd="sng" w="9525">
              <a:solidFill>
                <a:schemeClr val="dk1"/>
              </a:solidFill>
              <a:prstDash val="solid"/>
              <a:round/>
              <a:headEnd len="sm" w="sm" type="none"/>
              <a:tailEnd len="sm" w="sm" type="none"/>
            </a:ln>
          </p:spPr>
        </p:cxnSp>
        <p:cxnSp>
          <p:nvCxnSpPr>
            <p:cNvPr id="646" name="Google Shape;646;p1"/>
            <p:cNvCxnSpPr/>
            <p:nvPr/>
          </p:nvCxnSpPr>
          <p:spPr>
            <a:xfrm>
              <a:off x="3123803" y="2019430"/>
              <a:ext cx="171022" cy="0"/>
            </a:xfrm>
            <a:prstGeom prst="straightConnector1">
              <a:avLst/>
            </a:prstGeom>
            <a:noFill/>
            <a:ln cap="flat" cmpd="sng" w="9525">
              <a:solidFill>
                <a:schemeClr val="dk1"/>
              </a:solidFill>
              <a:prstDash val="solid"/>
              <a:round/>
              <a:headEnd len="sm" w="sm" type="none"/>
              <a:tailEnd len="sm" w="sm" type="none"/>
            </a:ln>
          </p:spPr>
        </p:cxnSp>
        <p:cxnSp>
          <p:nvCxnSpPr>
            <p:cNvPr id="647" name="Google Shape;647;p1"/>
            <p:cNvCxnSpPr/>
            <p:nvPr/>
          </p:nvCxnSpPr>
          <p:spPr>
            <a:xfrm>
              <a:off x="3123803" y="1998017"/>
              <a:ext cx="171022" cy="0"/>
            </a:xfrm>
            <a:prstGeom prst="straightConnector1">
              <a:avLst/>
            </a:prstGeom>
            <a:noFill/>
            <a:ln cap="flat" cmpd="sng" w="9525">
              <a:solidFill>
                <a:schemeClr val="dk1"/>
              </a:solidFill>
              <a:prstDash val="solid"/>
              <a:round/>
              <a:headEnd len="sm" w="sm" type="none"/>
              <a:tailEnd len="sm" w="sm" type="none"/>
            </a:ln>
          </p:spPr>
        </p:cxnSp>
        <p:cxnSp>
          <p:nvCxnSpPr>
            <p:cNvPr id="648" name="Google Shape;648;p1"/>
            <p:cNvCxnSpPr/>
            <p:nvPr/>
          </p:nvCxnSpPr>
          <p:spPr>
            <a:xfrm>
              <a:off x="3123803" y="2281386"/>
              <a:ext cx="171022" cy="0"/>
            </a:xfrm>
            <a:prstGeom prst="straightConnector1">
              <a:avLst/>
            </a:prstGeom>
            <a:noFill/>
            <a:ln cap="flat" cmpd="sng" w="9525">
              <a:solidFill>
                <a:schemeClr val="dk1"/>
              </a:solidFill>
              <a:prstDash val="solid"/>
              <a:round/>
              <a:headEnd len="sm" w="sm" type="none"/>
              <a:tailEnd len="sm" w="sm" type="none"/>
            </a:ln>
          </p:spPr>
        </p:cxnSp>
        <p:cxnSp>
          <p:nvCxnSpPr>
            <p:cNvPr id="649" name="Google Shape;649;p1"/>
            <p:cNvCxnSpPr/>
            <p:nvPr/>
          </p:nvCxnSpPr>
          <p:spPr>
            <a:xfrm>
              <a:off x="3123803" y="2257535"/>
              <a:ext cx="171022" cy="0"/>
            </a:xfrm>
            <a:prstGeom prst="straightConnector1">
              <a:avLst/>
            </a:prstGeom>
            <a:noFill/>
            <a:ln cap="flat" cmpd="sng" w="9525">
              <a:solidFill>
                <a:schemeClr val="dk1"/>
              </a:solidFill>
              <a:prstDash val="solid"/>
              <a:round/>
              <a:headEnd len="sm" w="sm" type="none"/>
              <a:tailEnd len="sm" w="sm" type="none"/>
            </a:ln>
          </p:spPr>
        </p:cxnSp>
        <p:cxnSp>
          <p:nvCxnSpPr>
            <p:cNvPr id="650" name="Google Shape;650;p1"/>
            <p:cNvCxnSpPr/>
            <p:nvPr/>
          </p:nvCxnSpPr>
          <p:spPr>
            <a:xfrm>
              <a:off x="3123803" y="1952774"/>
              <a:ext cx="171022" cy="0"/>
            </a:xfrm>
            <a:prstGeom prst="straightConnector1">
              <a:avLst/>
            </a:prstGeom>
            <a:noFill/>
            <a:ln cap="flat" cmpd="sng" w="9525">
              <a:solidFill>
                <a:schemeClr val="dk1"/>
              </a:solidFill>
              <a:prstDash val="solid"/>
              <a:round/>
              <a:headEnd len="sm" w="sm" type="none"/>
              <a:tailEnd len="sm" w="sm" type="none"/>
            </a:ln>
          </p:spPr>
        </p:cxnSp>
        <p:cxnSp>
          <p:nvCxnSpPr>
            <p:cNvPr id="651" name="Google Shape;651;p1"/>
            <p:cNvCxnSpPr/>
            <p:nvPr/>
          </p:nvCxnSpPr>
          <p:spPr>
            <a:xfrm>
              <a:off x="3123803" y="1928923"/>
              <a:ext cx="171022" cy="0"/>
            </a:xfrm>
            <a:prstGeom prst="straightConnector1">
              <a:avLst/>
            </a:prstGeom>
            <a:noFill/>
            <a:ln cap="flat" cmpd="sng" w="9525">
              <a:solidFill>
                <a:schemeClr val="dk1"/>
              </a:solidFill>
              <a:prstDash val="solid"/>
              <a:round/>
              <a:headEnd len="sm" w="sm" type="none"/>
              <a:tailEnd len="sm" w="sm" type="none"/>
            </a:ln>
          </p:spPr>
        </p:cxnSp>
      </p:grpSp>
      <p:grpSp>
        <p:nvGrpSpPr>
          <p:cNvPr id="652" name="Google Shape;652;p1"/>
          <p:cNvGrpSpPr/>
          <p:nvPr/>
        </p:nvGrpSpPr>
        <p:grpSpPr>
          <a:xfrm>
            <a:off x="2772000" y="1699304"/>
            <a:ext cx="171022" cy="166954"/>
            <a:chOff x="3049647" y="2140626"/>
            <a:chExt cx="171022" cy="166954"/>
          </a:xfrm>
        </p:grpSpPr>
        <p:cxnSp>
          <p:nvCxnSpPr>
            <p:cNvPr id="653" name="Google Shape;653;p1"/>
            <p:cNvCxnSpPr/>
            <p:nvPr/>
          </p:nvCxnSpPr>
          <p:spPr>
            <a:xfrm>
              <a:off x="3049647" y="2140626"/>
              <a:ext cx="171022" cy="0"/>
            </a:xfrm>
            <a:prstGeom prst="straightConnector1">
              <a:avLst/>
            </a:prstGeom>
            <a:noFill/>
            <a:ln cap="flat" cmpd="sng" w="9525">
              <a:solidFill>
                <a:schemeClr val="dk1"/>
              </a:solidFill>
              <a:prstDash val="solid"/>
              <a:round/>
              <a:headEnd len="sm" w="sm" type="none"/>
              <a:tailEnd len="sm" w="sm" type="none"/>
            </a:ln>
          </p:spPr>
        </p:cxnSp>
        <p:cxnSp>
          <p:nvCxnSpPr>
            <p:cNvPr id="654" name="Google Shape;654;p1"/>
            <p:cNvCxnSpPr/>
            <p:nvPr/>
          </p:nvCxnSpPr>
          <p:spPr>
            <a:xfrm>
              <a:off x="3049647" y="2164246"/>
              <a:ext cx="171022" cy="0"/>
            </a:xfrm>
            <a:prstGeom prst="straightConnector1">
              <a:avLst/>
            </a:prstGeom>
            <a:noFill/>
            <a:ln cap="flat" cmpd="sng" w="9525">
              <a:solidFill>
                <a:schemeClr val="dk1"/>
              </a:solidFill>
              <a:prstDash val="solid"/>
              <a:round/>
              <a:headEnd len="sm" w="sm" type="none"/>
              <a:tailEnd len="sm" w="sm" type="none"/>
            </a:ln>
          </p:spPr>
        </p:cxnSp>
        <p:cxnSp>
          <p:nvCxnSpPr>
            <p:cNvPr id="655" name="Google Shape;655;p1"/>
            <p:cNvCxnSpPr/>
            <p:nvPr/>
          </p:nvCxnSpPr>
          <p:spPr>
            <a:xfrm>
              <a:off x="3049647" y="2187866"/>
              <a:ext cx="171022" cy="0"/>
            </a:xfrm>
            <a:prstGeom prst="straightConnector1">
              <a:avLst/>
            </a:prstGeom>
            <a:noFill/>
            <a:ln cap="flat" cmpd="sng" w="9525">
              <a:solidFill>
                <a:schemeClr val="dk1"/>
              </a:solidFill>
              <a:prstDash val="solid"/>
              <a:round/>
              <a:headEnd len="sm" w="sm" type="none"/>
              <a:tailEnd len="sm" w="sm" type="none"/>
            </a:ln>
          </p:spPr>
        </p:cxnSp>
        <p:cxnSp>
          <p:nvCxnSpPr>
            <p:cNvPr id="656" name="Google Shape;656;p1"/>
            <p:cNvCxnSpPr/>
            <p:nvPr/>
          </p:nvCxnSpPr>
          <p:spPr>
            <a:xfrm>
              <a:off x="3049647" y="2211486"/>
              <a:ext cx="171022" cy="0"/>
            </a:xfrm>
            <a:prstGeom prst="straightConnector1">
              <a:avLst/>
            </a:prstGeom>
            <a:noFill/>
            <a:ln cap="flat" cmpd="sng" w="9525">
              <a:solidFill>
                <a:schemeClr val="dk1"/>
              </a:solidFill>
              <a:prstDash val="solid"/>
              <a:round/>
              <a:headEnd len="sm" w="sm" type="none"/>
              <a:tailEnd len="sm" w="sm" type="none"/>
            </a:ln>
          </p:spPr>
        </p:cxnSp>
        <p:cxnSp>
          <p:nvCxnSpPr>
            <p:cNvPr id="657" name="Google Shape;657;p1"/>
            <p:cNvCxnSpPr/>
            <p:nvPr/>
          </p:nvCxnSpPr>
          <p:spPr>
            <a:xfrm>
              <a:off x="3049647" y="2235106"/>
              <a:ext cx="171022" cy="0"/>
            </a:xfrm>
            <a:prstGeom prst="straightConnector1">
              <a:avLst/>
            </a:prstGeom>
            <a:noFill/>
            <a:ln cap="flat" cmpd="sng" w="9525">
              <a:solidFill>
                <a:schemeClr val="dk1"/>
              </a:solidFill>
              <a:prstDash val="solid"/>
              <a:round/>
              <a:headEnd len="sm" w="sm" type="none"/>
              <a:tailEnd len="sm" w="sm" type="none"/>
            </a:ln>
          </p:spPr>
        </p:cxnSp>
        <p:cxnSp>
          <p:nvCxnSpPr>
            <p:cNvPr id="658" name="Google Shape;658;p1"/>
            <p:cNvCxnSpPr/>
            <p:nvPr/>
          </p:nvCxnSpPr>
          <p:spPr>
            <a:xfrm>
              <a:off x="3049647" y="2258726"/>
              <a:ext cx="171022" cy="0"/>
            </a:xfrm>
            <a:prstGeom prst="straightConnector1">
              <a:avLst/>
            </a:prstGeom>
            <a:noFill/>
            <a:ln cap="flat" cmpd="sng" w="9525">
              <a:solidFill>
                <a:schemeClr val="dk1"/>
              </a:solidFill>
              <a:prstDash val="solid"/>
              <a:round/>
              <a:headEnd len="sm" w="sm" type="none"/>
              <a:tailEnd len="sm" w="sm" type="none"/>
            </a:ln>
          </p:spPr>
        </p:cxnSp>
        <p:cxnSp>
          <p:nvCxnSpPr>
            <p:cNvPr id="659" name="Google Shape;659;p1"/>
            <p:cNvCxnSpPr/>
            <p:nvPr/>
          </p:nvCxnSpPr>
          <p:spPr>
            <a:xfrm>
              <a:off x="3049647" y="2307580"/>
              <a:ext cx="171022" cy="0"/>
            </a:xfrm>
            <a:prstGeom prst="straightConnector1">
              <a:avLst/>
            </a:prstGeom>
            <a:noFill/>
            <a:ln cap="flat" cmpd="sng" w="9525">
              <a:solidFill>
                <a:schemeClr val="dk1"/>
              </a:solidFill>
              <a:prstDash val="solid"/>
              <a:round/>
              <a:headEnd len="sm" w="sm" type="none"/>
              <a:tailEnd len="sm" w="sm" type="none"/>
            </a:ln>
          </p:spPr>
        </p:cxnSp>
        <p:cxnSp>
          <p:nvCxnSpPr>
            <p:cNvPr id="660" name="Google Shape;660;p1"/>
            <p:cNvCxnSpPr/>
            <p:nvPr/>
          </p:nvCxnSpPr>
          <p:spPr>
            <a:xfrm>
              <a:off x="3049647" y="2283729"/>
              <a:ext cx="171022" cy="0"/>
            </a:xfrm>
            <a:prstGeom prst="straightConnector1">
              <a:avLst/>
            </a:prstGeom>
            <a:noFill/>
            <a:ln cap="flat" cmpd="sng" w="9525">
              <a:solidFill>
                <a:schemeClr val="dk1"/>
              </a:solidFill>
              <a:prstDash val="solid"/>
              <a:round/>
              <a:headEnd len="sm" w="sm" type="none"/>
              <a:tailEnd len="sm" w="sm" type="none"/>
            </a:ln>
          </p:spPr>
        </p:cxnSp>
      </p:grpSp>
      <p:grpSp>
        <p:nvGrpSpPr>
          <p:cNvPr id="661" name="Google Shape;661;p1"/>
          <p:cNvGrpSpPr/>
          <p:nvPr/>
        </p:nvGrpSpPr>
        <p:grpSpPr>
          <a:xfrm>
            <a:off x="3131816" y="1730374"/>
            <a:ext cx="180023" cy="540069"/>
            <a:chOff x="6732276" y="2895300"/>
            <a:chExt cx="318480" cy="1073769"/>
          </a:xfrm>
        </p:grpSpPr>
        <p:cxnSp>
          <p:nvCxnSpPr>
            <p:cNvPr id="662" name="Google Shape;662;p1"/>
            <p:cNvCxnSpPr/>
            <p:nvPr/>
          </p:nvCxnSpPr>
          <p:spPr>
            <a:xfrm>
              <a:off x="6732276" y="2895300"/>
              <a:ext cx="318480" cy="0"/>
            </a:xfrm>
            <a:prstGeom prst="straightConnector1">
              <a:avLst/>
            </a:prstGeom>
            <a:noFill/>
            <a:ln cap="flat" cmpd="sng" w="9525">
              <a:solidFill>
                <a:schemeClr val="dk1"/>
              </a:solidFill>
              <a:prstDash val="solid"/>
              <a:round/>
              <a:headEnd len="sm" w="sm" type="none"/>
              <a:tailEnd len="sm" w="sm" type="none"/>
            </a:ln>
          </p:spPr>
        </p:cxnSp>
        <p:cxnSp>
          <p:nvCxnSpPr>
            <p:cNvPr id="663" name="Google Shape;663;p1"/>
            <p:cNvCxnSpPr/>
            <p:nvPr/>
          </p:nvCxnSpPr>
          <p:spPr>
            <a:xfrm>
              <a:off x="6748218" y="3019138"/>
              <a:ext cx="286595" cy="0"/>
            </a:xfrm>
            <a:prstGeom prst="straightConnector1">
              <a:avLst/>
            </a:prstGeom>
            <a:noFill/>
            <a:ln cap="flat" cmpd="sng" w="9525">
              <a:solidFill>
                <a:schemeClr val="dk1"/>
              </a:solidFill>
              <a:prstDash val="solid"/>
              <a:round/>
              <a:headEnd len="sm" w="sm" type="none"/>
              <a:tailEnd len="sm" w="sm" type="none"/>
            </a:ln>
          </p:spPr>
        </p:cxnSp>
        <p:cxnSp>
          <p:nvCxnSpPr>
            <p:cNvPr id="664" name="Google Shape;664;p1"/>
            <p:cNvCxnSpPr/>
            <p:nvPr/>
          </p:nvCxnSpPr>
          <p:spPr>
            <a:xfrm>
              <a:off x="6764140" y="3142977"/>
              <a:ext cx="254751" cy="0"/>
            </a:xfrm>
            <a:prstGeom prst="straightConnector1">
              <a:avLst/>
            </a:prstGeom>
            <a:noFill/>
            <a:ln cap="flat" cmpd="sng" w="9525">
              <a:solidFill>
                <a:schemeClr val="dk1"/>
              </a:solidFill>
              <a:prstDash val="solid"/>
              <a:round/>
              <a:headEnd len="sm" w="sm" type="none"/>
              <a:tailEnd len="sm" w="sm" type="none"/>
            </a:ln>
          </p:spPr>
        </p:cxnSp>
        <p:cxnSp>
          <p:nvCxnSpPr>
            <p:cNvPr id="665" name="Google Shape;665;p1"/>
            <p:cNvCxnSpPr/>
            <p:nvPr/>
          </p:nvCxnSpPr>
          <p:spPr>
            <a:xfrm>
              <a:off x="6780062" y="3266815"/>
              <a:ext cx="222908" cy="0"/>
            </a:xfrm>
            <a:prstGeom prst="straightConnector1">
              <a:avLst/>
            </a:prstGeom>
            <a:noFill/>
            <a:ln cap="flat" cmpd="sng" w="9525">
              <a:solidFill>
                <a:schemeClr val="dk1"/>
              </a:solidFill>
              <a:prstDash val="solid"/>
              <a:round/>
              <a:headEnd len="sm" w="sm" type="none"/>
              <a:tailEnd len="sm" w="sm" type="none"/>
            </a:ln>
          </p:spPr>
        </p:cxnSp>
        <p:cxnSp>
          <p:nvCxnSpPr>
            <p:cNvPr id="666" name="Google Shape;666;p1"/>
            <p:cNvCxnSpPr/>
            <p:nvPr/>
          </p:nvCxnSpPr>
          <p:spPr>
            <a:xfrm>
              <a:off x="6795984" y="3390654"/>
              <a:ext cx="191064" cy="0"/>
            </a:xfrm>
            <a:prstGeom prst="straightConnector1">
              <a:avLst/>
            </a:prstGeom>
            <a:noFill/>
            <a:ln cap="flat" cmpd="sng" w="9525">
              <a:solidFill>
                <a:schemeClr val="dk1"/>
              </a:solidFill>
              <a:prstDash val="solid"/>
              <a:round/>
              <a:headEnd len="sm" w="sm" type="none"/>
              <a:tailEnd len="sm" w="sm" type="none"/>
            </a:ln>
          </p:spPr>
        </p:cxnSp>
        <p:cxnSp>
          <p:nvCxnSpPr>
            <p:cNvPr id="667" name="Google Shape;667;p1"/>
            <p:cNvCxnSpPr/>
            <p:nvPr/>
          </p:nvCxnSpPr>
          <p:spPr>
            <a:xfrm>
              <a:off x="6811906" y="3514492"/>
              <a:ext cx="159220" cy="0"/>
            </a:xfrm>
            <a:prstGeom prst="straightConnector1">
              <a:avLst/>
            </a:prstGeom>
            <a:noFill/>
            <a:ln cap="flat" cmpd="sng" w="9525">
              <a:solidFill>
                <a:schemeClr val="dk1"/>
              </a:solidFill>
              <a:prstDash val="solid"/>
              <a:round/>
              <a:headEnd len="sm" w="sm" type="none"/>
              <a:tailEnd len="sm" w="sm" type="none"/>
            </a:ln>
          </p:spPr>
        </p:cxnSp>
        <p:cxnSp>
          <p:nvCxnSpPr>
            <p:cNvPr id="668" name="Google Shape;668;p1"/>
            <p:cNvCxnSpPr/>
            <p:nvPr/>
          </p:nvCxnSpPr>
          <p:spPr>
            <a:xfrm>
              <a:off x="6827828" y="3638330"/>
              <a:ext cx="127376" cy="0"/>
            </a:xfrm>
            <a:prstGeom prst="straightConnector1">
              <a:avLst/>
            </a:prstGeom>
            <a:noFill/>
            <a:ln cap="flat" cmpd="sng" w="9525">
              <a:solidFill>
                <a:schemeClr val="dk1"/>
              </a:solidFill>
              <a:prstDash val="solid"/>
              <a:round/>
              <a:headEnd len="sm" w="sm" type="none"/>
              <a:tailEnd len="sm" w="sm" type="none"/>
            </a:ln>
          </p:spPr>
        </p:cxnSp>
        <p:cxnSp>
          <p:nvCxnSpPr>
            <p:cNvPr id="669" name="Google Shape;669;p1"/>
            <p:cNvCxnSpPr/>
            <p:nvPr/>
          </p:nvCxnSpPr>
          <p:spPr>
            <a:xfrm>
              <a:off x="6843996" y="3762169"/>
              <a:ext cx="95532" cy="0"/>
            </a:xfrm>
            <a:prstGeom prst="straightConnector1">
              <a:avLst/>
            </a:prstGeom>
            <a:noFill/>
            <a:ln cap="flat" cmpd="sng" w="9525">
              <a:solidFill>
                <a:schemeClr val="dk1"/>
              </a:solidFill>
              <a:prstDash val="solid"/>
              <a:round/>
              <a:headEnd len="sm" w="sm" type="none"/>
              <a:tailEnd len="sm" w="sm" type="none"/>
            </a:ln>
          </p:spPr>
        </p:cxnSp>
        <p:cxnSp>
          <p:nvCxnSpPr>
            <p:cNvPr id="670" name="Google Shape;670;p1"/>
            <p:cNvCxnSpPr/>
            <p:nvPr/>
          </p:nvCxnSpPr>
          <p:spPr>
            <a:xfrm>
              <a:off x="6856656" y="3886007"/>
              <a:ext cx="63688" cy="0"/>
            </a:xfrm>
            <a:prstGeom prst="straightConnector1">
              <a:avLst/>
            </a:prstGeom>
            <a:noFill/>
            <a:ln cap="flat" cmpd="sng" w="9525">
              <a:solidFill>
                <a:schemeClr val="dk1"/>
              </a:solidFill>
              <a:prstDash val="solid"/>
              <a:round/>
              <a:headEnd len="sm" w="sm" type="none"/>
              <a:tailEnd len="sm" w="sm" type="none"/>
            </a:ln>
          </p:spPr>
        </p:cxnSp>
        <p:cxnSp>
          <p:nvCxnSpPr>
            <p:cNvPr id="671" name="Google Shape;671;p1"/>
            <p:cNvCxnSpPr/>
            <p:nvPr/>
          </p:nvCxnSpPr>
          <p:spPr>
            <a:xfrm>
              <a:off x="6740459" y="2936579"/>
              <a:ext cx="302556" cy="0"/>
            </a:xfrm>
            <a:prstGeom prst="straightConnector1">
              <a:avLst/>
            </a:prstGeom>
            <a:noFill/>
            <a:ln cap="flat" cmpd="sng" w="9525">
              <a:solidFill>
                <a:schemeClr val="dk1"/>
              </a:solidFill>
              <a:prstDash val="solid"/>
              <a:round/>
              <a:headEnd len="sm" w="sm" type="none"/>
              <a:tailEnd len="sm" w="sm" type="none"/>
            </a:ln>
          </p:spPr>
        </p:cxnSp>
        <p:cxnSp>
          <p:nvCxnSpPr>
            <p:cNvPr id="672" name="Google Shape;672;p1"/>
            <p:cNvCxnSpPr/>
            <p:nvPr/>
          </p:nvCxnSpPr>
          <p:spPr>
            <a:xfrm>
              <a:off x="6755604" y="3060417"/>
              <a:ext cx="272266" cy="0"/>
            </a:xfrm>
            <a:prstGeom prst="straightConnector1">
              <a:avLst/>
            </a:prstGeom>
            <a:noFill/>
            <a:ln cap="flat" cmpd="sng" w="9525">
              <a:solidFill>
                <a:schemeClr val="dk1"/>
              </a:solidFill>
              <a:prstDash val="solid"/>
              <a:round/>
              <a:headEnd len="sm" w="sm" type="none"/>
              <a:tailEnd len="sm" w="sm" type="none"/>
            </a:ln>
          </p:spPr>
        </p:cxnSp>
        <p:cxnSp>
          <p:nvCxnSpPr>
            <p:cNvPr id="673" name="Google Shape;673;p1"/>
            <p:cNvCxnSpPr/>
            <p:nvPr/>
          </p:nvCxnSpPr>
          <p:spPr>
            <a:xfrm>
              <a:off x="6770730" y="3184256"/>
              <a:ext cx="242014" cy="0"/>
            </a:xfrm>
            <a:prstGeom prst="straightConnector1">
              <a:avLst/>
            </a:prstGeom>
            <a:noFill/>
            <a:ln cap="flat" cmpd="sng" w="9525">
              <a:solidFill>
                <a:schemeClr val="dk1"/>
              </a:solidFill>
              <a:prstDash val="solid"/>
              <a:round/>
              <a:headEnd len="sm" w="sm" type="none"/>
              <a:tailEnd len="sm" w="sm" type="none"/>
            </a:ln>
          </p:spPr>
        </p:cxnSp>
        <p:cxnSp>
          <p:nvCxnSpPr>
            <p:cNvPr id="674" name="Google Shape;674;p1"/>
            <p:cNvCxnSpPr/>
            <p:nvPr/>
          </p:nvCxnSpPr>
          <p:spPr>
            <a:xfrm>
              <a:off x="6785856" y="3308094"/>
              <a:ext cx="211762" cy="0"/>
            </a:xfrm>
            <a:prstGeom prst="straightConnector1">
              <a:avLst/>
            </a:prstGeom>
            <a:noFill/>
            <a:ln cap="flat" cmpd="sng" w="9525">
              <a:solidFill>
                <a:schemeClr val="dk1"/>
              </a:solidFill>
              <a:prstDash val="solid"/>
              <a:round/>
              <a:headEnd len="sm" w="sm" type="none"/>
              <a:tailEnd len="sm" w="sm" type="none"/>
            </a:ln>
          </p:spPr>
        </p:cxnSp>
        <p:cxnSp>
          <p:nvCxnSpPr>
            <p:cNvPr id="675" name="Google Shape;675;p1"/>
            <p:cNvCxnSpPr/>
            <p:nvPr/>
          </p:nvCxnSpPr>
          <p:spPr>
            <a:xfrm>
              <a:off x="6800982" y="3431933"/>
              <a:ext cx="181510" cy="0"/>
            </a:xfrm>
            <a:prstGeom prst="straightConnector1">
              <a:avLst/>
            </a:prstGeom>
            <a:noFill/>
            <a:ln cap="flat" cmpd="sng" w="9525">
              <a:solidFill>
                <a:schemeClr val="dk1"/>
              </a:solidFill>
              <a:prstDash val="solid"/>
              <a:round/>
              <a:headEnd len="sm" w="sm" type="none"/>
              <a:tailEnd len="sm" w="sm" type="none"/>
            </a:ln>
          </p:spPr>
        </p:cxnSp>
        <p:cxnSp>
          <p:nvCxnSpPr>
            <p:cNvPr id="676" name="Google Shape;676;p1"/>
            <p:cNvCxnSpPr/>
            <p:nvPr/>
          </p:nvCxnSpPr>
          <p:spPr>
            <a:xfrm>
              <a:off x="6816107" y="3555771"/>
              <a:ext cx="151259" cy="0"/>
            </a:xfrm>
            <a:prstGeom prst="straightConnector1">
              <a:avLst/>
            </a:prstGeom>
            <a:noFill/>
            <a:ln cap="flat" cmpd="sng" w="9525">
              <a:solidFill>
                <a:schemeClr val="dk1"/>
              </a:solidFill>
              <a:prstDash val="solid"/>
              <a:round/>
              <a:headEnd len="sm" w="sm" type="none"/>
              <a:tailEnd len="sm" w="sm" type="none"/>
            </a:ln>
          </p:spPr>
        </p:cxnSp>
        <p:cxnSp>
          <p:nvCxnSpPr>
            <p:cNvPr id="677" name="Google Shape;677;p1"/>
            <p:cNvCxnSpPr/>
            <p:nvPr/>
          </p:nvCxnSpPr>
          <p:spPr>
            <a:xfrm>
              <a:off x="6831234" y="3679609"/>
              <a:ext cx="121007" cy="0"/>
            </a:xfrm>
            <a:prstGeom prst="straightConnector1">
              <a:avLst/>
            </a:prstGeom>
            <a:noFill/>
            <a:ln cap="flat" cmpd="sng" w="9525">
              <a:solidFill>
                <a:schemeClr val="dk1"/>
              </a:solidFill>
              <a:prstDash val="solid"/>
              <a:round/>
              <a:headEnd len="sm" w="sm" type="none"/>
              <a:tailEnd len="sm" w="sm" type="none"/>
            </a:ln>
          </p:spPr>
        </p:cxnSp>
        <p:cxnSp>
          <p:nvCxnSpPr>
            <p:cNvPr id="678" name="Google Shape;678;p1"/>
            <p:cNvCxnSpPr/>
            <p:nvPr/>
          </p:nvCxnSpPr>
          <p:spPr>
            <a:xfrm>
              <a:off x="6846593" y="3803448"/>
              <a:ext cx="90755" cy="0"/>
            </a:xfrm>
            <a:prstGeom prst="straightConnector1">
              <a:avLst/>
            </a:prstGeom>
            <a:noFill/>
            <a:ln cap="flat" cmpd="sng" w="9525">
              <a:solidFill>
                <a:schemeClr val="dk1"/>
              </a:solidFill>
              <a:prstDash val="solid"/>
              <a:round/>
              <a:headEnd len="sm" w="sm" type="none"/>
              <a:tailEnd len="sm" w="sm" type="none"/>
            </a:ln>
          </p:spPr>
        </p:cxnSp>
        <p:cxnSp>
          <p:nvCxnSpPr>
            <p:cNvPr id="679" name="Google Shape;679;p1"/>
            <p:cNvCxnSpPr/>
            <p:nvPr/>
          </p:nvCxnSpPr>
          <p:spPr>
            <a:xfrm>
              <a:off x="6862833" y="3927287"/>
              <a:ext cx="60503" cy="0"/>
            </a:xfrm>
            <a:prstGeom prst="straightConnector1">
              <a:avLst/>
            </a:prstGeom>
            <a:noFill/>
            <a:ln cap="flat" cmpd="sng" w="9525">
              <a:solidFill>
                <a:schemeClr val="dk1"/>
              </a:solidFill>
              <a:prstDash val="solid"/>
              <a:round/>
              <a:headEnd len="sm" w="sm" type="none"/>
              <a:tailEnd len="sm" w="sm" type="none"/>
            </a:ln>
          </p:spPr>
        </p:cxnSp>
        <p:cxnSp>
          <p:nvCxnSpPr>
            <p:cNvPr id="680" name="Google Shape;680;p1"/>
            <p:cNvCxnSpPr/>
            <p:nvPr/>
          </p:nvCxnSpPr>
          <p:spPr>
            <a:xfrm>
              <a:off x="6745588" y="2978362"/>
              <a:ext cx="293479" cy="0"/>
            </a:xfrm>
            <a:prstGeom prst="straightConnector1">
              <a:avLst/>
            </a:prstGeom>
            <a:noFill/>
            <a:ln cap="flat" cmpd="sng" w="9525">
              <a:solidFill>
                <a:schemeClr val="dk1"/>
              </a:solidFill>
              <a:prstDash val="solid"/>
              <a:round/>
              <a:headEnd len="sm" w="sm" type="none"/>
              <a:tailEnd len="sm" w="sm" type="none"/>
            </a:ln>
          </p:spPr>
        </p:cxnSp>
        <p:cxnSp>
          <p:nvCxnSpPr>
            <p:cNvPr id="681" name="Google Shape;681;p1"/>
            <p:cNvCxnSpPr/>
            <p:nvPr/>
          </p:nvCxnSpPr>
          <p:spPr>
            <a:xfrm>
              <a:off x="6760279" y="3102200"/>
              <a:ext cx="264097" cy="0"/>
            </a:xfrm>
            <a:prstGeom prst="straightConnector1">
              <a:avLst/>
            </a:prstGeom>
            <a:noFill/>
            <a:ln cap="flat" cmpd="sng" w="9525">
              <a:solidFill>
                <a:schemeClr val="dk1"/>
              </a:solidFill>
              <a:prstDash val="solid"/>
              <a:round/>
              <a:headEnd len="sm" w="sm" type="none"/>
              <a:tailEnd len="sm" w="sm" type="none"/>
            </a:ln>
          </p:spPr>
        </p:cxnSp>
        <p:cxnSp>
          <p:nvCxnSpPr>
            <p:cNvPr id="682" name="Google Shape;682;p1"/>
            <p:cNvCxnSpPr/>
            <p:nvPr/>
          </p:nvCxnSpPr>
          <p:spPr>
            <a:xfrm>
              <a:off x="6774951" y="3226039"/>
              <a:ext cx="234753" cy="0"/>
            </a:xfrm>
            <a:prstGeom prst="straightConnector1">
              <a:avLst/>
            </a:prstGeom>
            <a:noFill/>
            <a:ln cap="flat" cmpd="sng" w="9525">
              <a:solidFill>
                <a:schemeClr val="dk1"/>
              </a:solidFill>
              <a:prstDash val="solid"/>
              <a:round/>
              <a:headEnd len="sm" w="sm" type="none"/>
              <a:tailEnd len="sm" w="sm" type="none"/>
            </a:ln>
          </p:spPr>
        </p:cxnSp>
        <p:cxnSp>
          <p:nvCxnSpPr>
            <p:cNvPr id="683" name="Google Shape;683;p1"/>
            <p:cNvCxnSpPr/>
            <p:nvPr/>
          </p:nvCxnSpPr>
          <p:spPr>
            <a:xfrm>
              <a:off x="6789623" y="3349877"/>
              <a:ext cx="205409" cy="0"/>
            </a:xfrm>
            <a:prstGeom prst="straightConnector1">
              <a:avLst/>
            </a:prstGeom>
            <a:noFill/>
            <a:ln cap="flat" cmpd="sng" w="9525">
              <a:solidFill>
                <a:schemeClr val="dk1"/>
              </a:solidFill>
              <a:prstDash val="solid"/>
              <a:round/>
              <a:headEnd len="sm" w="sm" type="none"/>
              <a:tailEnd len="sm" w="sm" type="none"/>
            </a:ln>
          </p:spPr>
        </p:cxnSp>
        <p:cxnSp>
          <p:nvCxnSpPr>
            <p:cNvPr id="684" name="Google Shape;684;p1"/>
            <p:cNvCxnSpPr/>
            <p:nvPr/>
          </p:nvCxnSpPr>
          <p:spPr>
            <a:xfrm>
              <a:off x="6804295" y="3473716"/>
              <a:ext cx="176065" cy="0"/>
            </a:xfrm>
            <a:prstGeom prst="straightConnector1">
              <a:avLst/>
            </a:prstGeom>
            <a:noFill/>
            <a:ln cap="flat" cmpd="sng" w="9525">
              <a:solidFill>
                <a:schemeClr val="dk1"/>
              </a:solidFill>
              <a:prstDash val="solid"/>
              <a:round/>
              <a:headEnd len="sm" w="sm" type="none"/>
              <a:tailEnd len="sm" w="sm" type="none"/>
            </a:ln>
          </p:spPr>
        </p:cxnSp>
        <p:cxnSp>
          <p:nvCxnSpPr>
            <p:cNvPr id="685" name="Google Shape;685;p1"/>
            <p:cNvCxnSpPr/>
            <p:nvPr/>
          </p:nvCxnSpPr>
          <p:spPr>
            <a:xfrm>
              <a:off x="6818967" y="3597554"/>
              <a:ext cx="146721" cy="0"/>
            </a:xfrm>
            <a:prstGeom prst="straightConnector1">
              <a:avLst/>
            </a:prstGeom>
            <a:noFill/>
            <a:ln cap="flat" cmpd="sng" w="9525">
              <a:solidFill>
                <a:schemeClr val="dk1"/>
              </a:solidFill>
              <a:prstDash val="solid"/>
              <a:round/>
              <a:headEnd len="sm" w="sm" type="none"/>
              <a:tailEnd len="sm" w="sm" type="none"/>
            </a:ln>
          </p:spPr>
        </p:cxnSp>
        <p:cxnSp>
          <p:nvCxnSpPr>
            <p:cNvPr id="686" name="Google Shape;686;p1"/>
            <p:cNvCxnSpPr/>
            <p:nvPr/>
          </p:nvCxnSpPr>
          <p:spPr>
            <a:xfrm>
              <a:off x="6833639" y="3721392"/>
              <a:ext cx="117377" cy="0"/>
            </a:xfrm>
            <a:prstGeom prst="straightConnector1">
              <a:avLst/>
            </a:prstGeom>
            <a:noFill/>
            <a:ln cap="flat" cmpd="sng" w="9525">
              <a:solidFill>
                <a:schemeClr val="dk1"/>
              </a:solidFill>
              <a:prstDash val="solid"/>
              <a:round/>
              <a:headEnd len="sm" w="sm" type="none"/>
              <a:tailEnd len="sm" w="sm" type="none"/>
            </a:ln>
          </p:spPr>
        </p:cxnSp>
        <p:cxnSp>
          <p:nvCxnSpPr>
            <p:cNvPr id="687" name="Google Shape;687;p1"/>
            <p:cNvCxnSpPr/>
            <p:nvPr/>
          </p:nvCxnSpPr>
          <p:spPr>
            <a:xfrm>
              <a:off x="6848537" y="3845231"/>
              <a:ext cx="88032" cy="0"/>
            </a:xfrm>
            <a:prstGeom prst="straightConnector1">
              <a:avLst/>
            </a:prstGeom>
            <a:noFill/>
            <a:ln cap="flat" cmpd="sng" w="9525">
              <a:solidFill>
                <a:schemeClr val="dk1"/>
              </a:solidFill>
              <a:prstDash val="solid"/>
              <a:round/>
              <a:headEnd len="sm" w="sm" type="none"/>
              <a:tailEnd len="sm" w="sm" type="none"/>
            </a:ln>
          </p:spPr>
        </p:cxnSp>
        <p:cxnSp>
          <p:nvCxnSpPr>
            <p:cNvPr id="688" name="Google Shape;688;p1"/>
            <p:cNvCxnSpPr/>
            <p:nvPr/>
          </p:nvCxnSpPr>
          <p:spPr>
            <a:xfrm>
              <a:off x="6860204" y="3969069"/>
              <a:ext cx="58688" cy="0"/>
            </a:xfrm>
            <a:prstGeom prst="straightConnector1">
              <a:avLst/>
            </a:prstGeom>
            <a:noFill/>
            <a:ln cap="flat" cmpd="sng" w="9525">
              <a:solidFill>
                <a:schemeClr val="dk1"/>
              </a:solidFill>
              <a:prstDash val="solid"/>
              <a:round/>
              <a:headEnd len="sm" w="sm" type="none"/>
              <a:tailEnd len="sm" w="sm" type="none"/>
            </a:ln>
          </p:spPr>
        </p:cxnSp>
      </p:grpSp>
      <p:grpSp>
        <p:nvGrpSpPr>
          <p:cNvPr id="689" name="Google Shape;689;p1"/>
          <p:cNvGrpSpPr/>
          <p:nvPr/>
        </p:nvGrpSpPr>
        <p:grpSpPr>
          <a:xfrm>
            <a:off x="5081531" y="2801384"/>
            <a:ext cx="55662" cy="180000"/>
            <a:chOff x="4516754" y="3228658"/>
            <a:chExt cx="55662" cy="180000"/>
          </a:xfrm>
        </p:grpSpPr>
        <p:cxnSp>
          <p:nvCxnSpPr>
            <p:cNvPr id="690" name="Google Shape;690;p1"/>
            <p:cNvCxnSpPr/>
            <p:nvPr/>
          </p:nvCxnSpPr>
          <p:spPr>
            <a:xfrm rot="5400000">
              <a:off x="4426754" y="3318658"/>
              <a:ext cx="180000" cy="0"/>
            </a:xfrm>
            <a:prstGeom prst="straightConnector1">
              <a:avLst/>
            </a:prstGeom>
            <a:noFill/>
            <a:ln cap="flat" cmpd="sng" w="19050">
              <a:solidFill>
                <a:schemeClr val="dk1"/>
              </a:solidFill>
              <a:prstDash val="solid"/>
              <a:round/>
              <a:headEnd len="sm" w="sm" type="none"/>
              <a:tailEnd len="sm" w="sm" type="none"/>
            </a:ln>
          </p:spPr>
        </p:cxnSp>
        <p:cxnSp>
          <p:nvCxnSpPr>
            <p:cNvPr id="691" name="Google Shape;691;p1"/>
            <p:cNvCxnSpPr/>
            <p:nvPr/>
          </p:nvCxnSpPr>
          <p:spPr>
            <a:xfrm>
              <a:off x="4517908" y="3232597"/>
              <a:ext cx="54091" cy="0"/>
            </a:xfrm>
            <a:prstGeom prst="straightConnector1">
              <a:avLst/>
            </a:prstGeom>
            <a:noFill/>
            <a:ln cap="flat" cmpd="sng" w="9525">
              <a:solidFill>
                <a:schemeClr val="dk1"/>
              </a:solidFill>
              <a:prstDash val="solid"/>
              <a:round/>
              <a:headEnd len="sm" w="sm" type="none"/>
              <a:tailEnd len="sm" w="sm" type="none"/>
            </a:ln>
          </p:spPr>
        </p:cxnSp>
        <p:cxnSp>
          <p:nvCxnSpPr>
            <p:cNvPr id="692" name="Google Shape;692;p1"/>
            <p:cNvCxnSpPr/>
            <p:nvPr/>
          </p:nvCxnSpPr>
          <p:spPr>
            <a:xfrm>
              <a:off x="4517909" y="3256705"/>
              <a:ext cx="54091" cy="0"/>
            </a:xfrm>
            <a:prstGeom prst="straightConnector1">
              <a:avLst/>
            </a:prstGeom>
            <a:noFill/>
            <a:ln cap="flat" cmpd="sng" w="9525">
              <a:solidFill>
                <a:schemeClr val="dk1"/>
              </a:solidFill>
              <a:prstDash val="solid"/>
              <a:round/>
              <a:headEnd len="sm" w="sm" type="none"/>
              <a:tailEnd len="sm" w="sm" type="none"/>
            </a:ln>
          </p:spPr>
        </p:cxnSp>
        <p:cxnSp>
          <p:nvCxnSpPr>
            <p:cNvPr id="693" name="Google Shape;69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694" name="Google Shape;69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695" name="Google Shape;695;p1"/>
            <p:cNvCxnSpPr/>
            <p:nvPr/>
          </p:nvCxnSpPr>
          <p:spPr>
            <a:xfrm>
              <a:off x="4518324"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696" name="Google Shape;696;p1"/>
            <p:cNvCxnSpPr/>
            <p:nvPr/>
          </p:nvCxnSpPr>
          <p:spPr>
            <a:xfrm>
              <a:off x="4518325" y="3355009"/>
              <a:ext cx="54091" cy="0"/>
            </a:xfrm>
            <a:prstGeom prst="straightConnector1">
              <a:avLst/>
            </a:prstGeom>
            <a:noFill/>
            <a:ln cap="flat" cmpd="sng" w="9525">
              <a:solidFill>
                <a:schemeClr val="dk1"/>
              </a:solidFill>
              <a:prstDash val="solid"/>
              <a:round/>
              <a:headEnd len="sm" w="sm" type="none"/>
              <a:tailEnd len="sm" w="sm" type="none"/>
            </a:ln>
          </p:spPr>
        </p:cxnSp>
        <p:cxnSp>
          <p:nvCxnSpPr>
            <p:cNvPr id="697" name="Google Shape;697;p1"/>
            <p:cNvCxnSpPr/>
            <p:nvPr/>
          </p:nvCxnSpPr>
          <p:spPr>
            <a:xfrm>
              <a:off x="4518325" y="3404877"/>
              <a:ext cx="54091" cy="0"/>
            </a:xfrm>
            <a:prstGeom prst="straightConnector1">
              <a:avLst/>
            </a:prstGeom>
            <a:noFill/>
            <a:ln cap="flat" cmpd="sng" w="9525">
              <a:solidFill>
                <a:schemeClr val="dk1"/>
              </a:solidFill>
              <a:prstDash val="solid"/>
              <a:round/>
              <a:headEnd len="sm" w="sm" type="none"/>
              <a:tailEnd len="sm" w="sm" type="none"/>
            </a:ln>
          </p:spPr>
        </p:cxnSp>
        <p:cxnSp>
          <p:nvCxnSpPr>
            <p:cNvPr id="698" name="Google Shape;698;p1"/>
            <p:cNvCxnSpPr/>
            <p:nvPr/>
          </p:nvCxnSpPr>
          <p:spPr>
            <a:xfrm>
              <a:off x="4518325" y="3380041"/>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699" name="Google Shape;699;p1"/>
          <p:cNvGrpSpPr/>
          <p:nvPr/>
        </p:nvGrpSpPr>
        <p:grpSpPr>
          <a:xfrm rot="5400000">
            <a:off x="4273948" y="2881284"/>
            <a:ext cx="56057" cy="180000"/>
            <a:chOff x="4515943" y="3231039"/>
            <a:chExt cx="56057" cy="180000"/>
          </a:xfrm>
        </p:grpSpPr>
        <p:cxnSp>
          <p:nvCxnSpPr>
            <p:cNvPr id="700" name="Google Shape;700;p1"/>
            <p:cNvCxnSpPr/>
            <p:nvPr/>
          </p:nvCxnSpPr>
          <p:spPr>
            <a:xfrm rot="5400000">
              <a:off x="4426754" y="3321039"/>
              <a:ext cx="180000" cy="0"/>
            </a:xfrm>
            <a:prstGeom prst="straightConnector1">
              <a:avLst/>
            </a:prstGeom>
            <a:noFill/>
            <a:ln cap="flat" cmpd="sng" w="19050">
              <a:solidFill>
                <a:schemeClr val="dk1"/>
              </a:solidFill>
              <a:prstDash val="solid"/>
              <a:round/>
              <a:headEnd len="sm" w="sm" type="none"/>
              <a:tailEnd len="sm" w="sm" type="none"/>
            </a:ln>
          </p:spPr>
        </p:cxnSp>
        <p:cxnSp>
          <p:nvCxnSpPr>
            <p:cNvPr id="701" name="Google Shape;70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02" name="Google Shape;70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03" name="Google Shape;70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04" name="Google Shape;70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05" name="Google Shape;70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06" name="Google Shape;70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07" name="Google Shape;70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08" name="Google Shape;70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09" name="Google Shape;709;p1"/>
          <p:cNvGrpSpPr/>
          <p:nvPr/>
        </p:nvGrpSpPr>
        <p:grpSpPr>
          <a:xfrm rot="10800000">
            <a:off x="3975874" y="2819312"/>
            <a:ext cx="56057" cy="180000"/>
            <a:chOff x="4515943" y="3231039"/>
            <a:chExt cx="56057" cy="180000"/>
          </a:xfrm>
        </p:grpSpPr>
        <p:cxnSp>
          <p:nvCxnSpPr>
            <p:cNvPr id="710" name="Google Shape;710;p1"/>
            <p:cNvCxnSpPr/>
            <p:nvPr/>
          </p:nvCxnSpPr>
          <p:spPr>
            <a:xfrm rot="5400000">
              <a:off x="4426754" y="3321039"/>
              <a:ext cx="180000" cy="0"/>
            </a:xfrm>
            <a:prstGeom prst="straightConnector1">
              <a:avLst/>
            </a:prstGeom>
            <a:noFill/>
            <a:ln cap="flat" cmpd="sng" w="19050">
              <a:solidFill>
                <a:schemeClr val="dk1"/>
              </a:solidFill>
              <a:prstDash val="solid"/>
              <a:round/>
              <a:headEnd len="sm" w="sm" type="none"/>
              <a:tailEnd len="sm" w="sm" type="none"/>
            </a:ln>
          </p:spPr>
        </p:cxnSp>
        <p:cxnSp>
          <p:nvCxnSpPr>
            <p:cNvPr id="711" name="Google Shape;71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12" name="Google Shape;71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13" name="Google Shape;71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14" name="Google Shape;71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15" name="Google Shape;71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16" name="Google Shape;71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17" name="Google Shape;71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18" name="Google Shape;71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19" name="Google Shape;719;p1"/>
          <p:cNvGrpSpPr/>
          <p:nvPr/>
        </p:nvGrpSpPr>
        <p:grpSpPr>
          <a:xfrm rot="-5400000">
            <a:off x="4745159" y="2881284"/>
            <a:ext cx="56057" cy="180000"/>
            <a:chOff x="4515943" y="3228658"/>
            <a:chExt cx="56057" cy="180000"/>
          </a:xfrm>
        </p:grpSpPr>
        <p:cxnSp>
          <p:nvCxnSpPr>
            <p:cNvPr id="720" name="Google Shape;720;p1"/>
            <p:cNvCxnSpPr/>
            <p:nvPr/>
          </p:nvCxnSpPr>
          <p:spPr>
            <a:xfrm rot="5400000">
              <a:off x="4426754" y="3318658"/>
              <a:ext cx="180000" cy="0"/>
            </a:xfrm>
            <a:prstGeom prst="straightConnector1">
              <a:avLst/>
            </a:prstGeom>
            <a:noFill/>
            <a:ln cap="flat" cmpd="sng" w="19050">
              <a:solidFill>
                <a:schemeClr val="dk1"/>
              </a:solidFill>
              <a:prstDash val="solid"/>
              <a:round/>
              <a:headEnd len="sm" w="sm" type="none"/>
              <a:tailEnd len="sm" w="sm" type="none"/>
            </a:ln>
          </p:spPr>
        </p:cxnSp>
        <p:cxnSp>
          <p:nvCxnSpPr>
            <p:cNvPr id="721" name="Google Shape;72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22" name="Google Shape;72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23" name="Google Shape;72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24" name="Google Shape;72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25" name="Google Shape;72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26" name="Google Shape;72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27" name="Google Shape;72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28" name="Google Shape;72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29" name="Google Shape;729;p1"/>
          <p:cNvGrpSpPr/>
          <p:nvPr/>
        </p:nvGrpSpPr>
        <p:grpSpPr>
          <a:xfrm rot="2700000">
            <a:off x="3985189" y="3163786"/>
            <a:ext cx="72312" cy="280764"/>
            <a:chOff x="4515943" y="3228658"/>
            <a:chExt cx="56057" cy="180000"/>
          </a:xfrm>
        </p:grpSpPr>
        <p:cxnSp>
          <p:nvCxnSpPr>
            <p:cNvPr id="730" name="Google Shape;730;p1"/>
            <p:cNvCxnSpPr/>
            <p:nvPr/>
          </p:nvCxnSpPr>
          <p:spPr>
            <a:xfrm rot="5400000">
              <a:off x="4426754" y="3318658"/>
              <a:ext cx="180000" cy="0"/>
            </a:xfrm>
            <a:prstGeom prst="straightConnector1">
              <a:avLst/>
            </a:prstGeom>
            <a:noFill/>
            <a:ln cap="flat" cmpd="sng" w="19050">
              <a:solidFill>
                <a:schemeClr val="dk1"/>
              </a:solidFill>
              <a:prstDash val="solid"/>
              <a:round/>
              <a:headEnd len="sm" w="sm" type="none"/>
              <a:tailEnd len="sm" w="sm" type="none"/>
            </a:ln>
          </p:spPr>
        </p:cxnSp>
        <p:cxnSp>
          <p:nvCxnSpPr>
            <p:cNvPr id="731" name="Google Shape;73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32" name="Google Shape;73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33" name="Google Shape;73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34" name="Google Shape;73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35" name="Google Shape;73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36" name="Google Shape;73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37" name="Google Shape;73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38" name="Google Shape;73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39" name="Google Shape;739;p1"/>
          <p:cNvGrpSpPr/>
          <p:nvPr/>
        </p:nvGrpSpPr>
        <p:grpSpPr>
          <a:xfrm rot="8100000">
            <a:off x="4300630" y="3163786"/>
            <a:ext cx="72312" cy="280764"/>
            <a:chOff x="4515943" y="3228658"/>
            <a:chExt cx="56057" cy="180000"/>
          </a:xfrm>
        </p:grpSpPr>
        <p:cxnSp>
          <p:nvCxnSpPr>
            <p:cNvPr id="740" name="Google Shape;740;p1"/>
            <p:cNvCxnSpPr/>
            <p:nvPr/>
          </p:nvCxnSpPr>
          <p:spPr>
            <a:xfrm rot="5400000">
              <a:off x="4426754" y="3318658"/>
              <a:ext cx="180000" cy="0"/>
            </a:xfrm>
            <a:prstGeom prst="straightConnector1">
              <a:avLst/>
            </a:prstGeom>
            <a:noFill/>
            <a:ln cap="flat" cmpd="sng" w="19050">
              <a:solidFill>
                <a:schemeClr val="dk1"/>
              </a:solidFill>
              <a:prstDash val="solid"/>
              <a:round/>
              <a:headEnd len="sm" w="sm" type="none"/>
              <a:tailEnd len="sm" w="sm" type="none"/>
            </a:ln>
          </p:spPr>
        </p:cxnSp>
        <p:cxnSp>
          <p:nvCxnSpPr>
            <p:cNvPr id="741" name="Google Shape;74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42" name="Google Shape;74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43" name="Google Shape;74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44" name="Google Shape;74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45" name="Google Shape;74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46" name="Google Shape;74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47" name="Google Shape;74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48" name="Google Shape;74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49" name="Google Shape;749;p1"/>
          <p:cNvGrpSpPr/>
          <p:nvPr/>
        </p:nvGrpSpPr>
        <p:grpSpPr>
          <a:xfrm rot="-8100000">
            <a:off x="4771058" y="3163786"/>
            <a:ext cx="72312" cy="280764"/>
            <a:chOff x="4515943" y="3228658"/>
            <a:chExt cx="56057" cy="180000"/>
          </a:xfrm>
        </p:grpSpPr>
        <p:cxnSp>
          <p:nvCxnSpPr>
            <p:cNvPr id="750" name="Google Shape;750;p1"/>
            <p:cNvCxnSpPr/>
            <p:nvPr/>
          </p:nvCxnSpPr>
          <p:spPr>
            <a:xfrm rot="5400000">
              <a:off x="4426754" y="3318658"/>
              <a:ext cx="180000" cy="0"/>
            </a:xfrm>
            <a:prstGeom prst="straightConnector1">
              <a:avLst/>
            </a:prstGeom>
            <a:noFill/>
            <a:ln cap="flat" cmpd="sng" w="19050">
              <a:solidFill>
                <a:schemeClr val="dk1"/>
              </a:solidFill>
              <a:prstDash val="solid"/>
              <a:round/>
              <a:headEnd len="sm" w="sm" type="none"/>
              <a:tailEnd len="sm" w="sm" type="none"/>
            </a:ln>
          </p:spPr>
        </p:cxnSp>
        <p:cxnSp>
          <p:nvCxnSpPr>
            <p:cNvPr id="751" name="Google Shape;75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52" name="Google Shape;75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53" name="Google Shape;75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54" name="Google Shape;75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55" name="Google Shape;75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56" name="Google Shape;75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57" name="Google Shape;75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58" name="Google Shape;75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59" name="Google Shape;759;p1"/>
          <p:cNvGrpSpPr/>
          <p:nvPr/>
        </p:nvGrpSpPr>
        <p:grpSpPr>
          <a:xfrm rot="-2700000">
            <a:off x="5201518" y="3163786"/>
            <a:ext cx="72312" cy="280764"/>
            <a:chOff x="4515943" y="3228658"/>
            <a:chExt cx="56057" cy="180000"/>
          </a:xfrm>
        </p:grpSpPr>
        <p:cxnSp>
          <p:nvCxnSpPr>
            <p:cNvPr id="760" name="Google Shape;760;p1"/>
            <p:cNvCxnSpPr/>
            <p:nvPr/>
          </p:nvCxnSpPr>
          <p:spPr>
            <a:xfrm rot="5400000">
              <a:off x="4426754" y="3318658"/>
              <a:ext cx="180000" cy="0"/>
            </a:xfrm>
            <a:prstGeom prst="straightConnector1">
              <a:avLst/>
            </a:prstGeom>
            <a:noFill/>
            <a:ln cap="flat" cmpd="sng" w="19050">
              <a:solidFill>
                <a:schemeClr val="dk1"/>
              </a:solidFill>
              <a:prstDash val="solid"/>
              <a:round/>
              <a:headEnd len="sm" w="sm" type="none"/>
              <a:tailEnd len="sm" w="sm" type="none"/>
            </a:ln>
          </p:spPr>
        </p:cxnSp>
        <p:cxnSp>
          <p:nvCxnSpPr>
            <p:cNvPr id="761" name="Google Shape;761;p1"/>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762" name="Google Shape;762;p1"/>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763" name="Google Shape;763;p1"/>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764" name="Google Shape;764;p1"/>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765" name="Google Shape;765;p1"/>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766" name="Google Shape;766;p1"/>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767" name="Google Shape;767;p1"/>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768" name="Google Shape;768;p1"/>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769" name="Google Shape;769;p1"/>
          <p:cNvGrpSpPr/>
          <p:nvPr/>
        </p:nvGrpSpPr>
        <p:grpSpPr>
          <a:xfrm>
            <a:off x="3131816" y="2990535"/>
            <a:ext cx="187198" cy="364403"/>
            <a:chOff x="3124641" y="2891312"/>
            <a:chExt cx="187198" cy="364403"/>
          </a:xfrm>
        </p:grpSpPr>
        <p:sp>
          <p:nvSpPr>
            <p:cNvPr id="770" name="Google Shape;770;p1"/>
            <p:cNvSpPr/>
            <p:nvPr/>
          </p:nvSpPr>
          <p:spPr>
            <a:xfrm>
              <a:off x="3126499" y="2891312"/>
              <a:ext cx="180023" cy="36004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71" name="Google Shape;771;p1"/>
            <p:cNvCxnSpPr/>
            <p:nvPr/>
          </p:nvCxnSpPr>
          <p:spPr>
            <a:xfrm flipH="1">
              <a:off x="3126500" y="2917503"/>
              <a:ext cx="180023" cy="1"/>
            </a:xfrm>
            <a:prstGeom prst="straightConnector1">
              <a:avLst/>
            </a:prstGeom>
            <a:noFill/>
            <a:ln cap="flat" cmpd="sng" w="57150">
              <a:solidFill>
                <a:schemeClr val="dk1"/>
              </a:solidFill>
              <a:prstDash val="solid"/>
              <a:round/>
              <a:headEnd len="sm" w="sm" type="none"/>
              <a:tailEnd len="sm" w="sm" type="none"/>
            </a:ln>
          </p:spPr>
        </p:cxnSp>
        <p:cxnSp>
          <p:nvCxnSpPr>
            <p:cNvPr id="772" name="Google Shape;772;p1"/>
            <p:cNvCxnSpPr/>
            <p:nvPr/>
          </p:nvCxnSpPr>
          <p:spPr>
            <a:xfrm>
              <a:off x="3135500" y="2891312"/>
              <a:ext cx="171022" cy="0"/>
            </a:xfrm>
            <a:prstGeom prst="straightConnector1">
              <a:avLst/>
            </a:prstGeom>
            <a:noFill/>
            <a:ln cap="flat" cmpd="sng" w="9525">
              <a:solidFill>
                <a:schemeClr val="dk1"/>
              </a:solidFill>
              <a:prstDash val="solid"/>
              <a:round/>
              <a:headEnd len="sm" w="sm" type="none"/>
              <a:tailEnd len="sm" w="sm" type="none"/>
            </a:ln>
          </p:spPr>
        </p:cxnSp>
        <p:cxnSp>
          <p:nvCxnSpPr>
            <p:cNvPr id="773" name="Google Shape;773;p1"/>
            <p:cNvCxnSpPr/>
            <p:nvPr/>
          </p:nvCxnSpPr>
          <p:spPr>
            <a:xfrm>
              <a:off x="3126499" y="3055617"/>
              <a:ext cx="171022" cy="0"/>
            </a:xfrm>
            <a:prstGeom prst="straightConnector1">
              <a:avLst/>
            </a:prstGeom>
            <a:noFill/>
            <a:ln cap="flat" cmpd="sng" w="9525">
              <a:solidFill>
                <a:schemeClr val="dk1"/>
              </a:solidFill>
              <a:prstDash val="solid"/>
              <a:round/>
              <a:headEnd len="sm" w="sm" type="none"/>
              <a:tailEnd len="sm" w="sm" type="none"/>
            </a:ln>
          </p:spPr>
        </p:cxnSp>
        <p:cxnSp>
          <p:nvCxnSpPr>
            <p:cNvPr id="774" name="Google Shape;774;p1"/>
            <p:cNvCxnSpPr/>
            <p:nvPr/>
          </p:nvCxnSpPr>
          <p:spPr>
            <a:xfrm>
              <a:off x="3124641" y="3079237"/>
              <a:ext cx="171022" cy="0"/>
            </a:xfrm>
            <a:prstGeom prst="straightConnector1">
              <a:avLst/>
            </a:prstGeom>
            <a:noFill/>
            <a:ln cap="flat" cmpd="sng" w="9525">
              <a:solidFill>
                <a:schemeClr val="dk1"/>
              </a:solidFill>
              <a:prstDash val="solid"/>
              <a:round/>
              <a:headEnd len="sm" w="sm" type="none"/>
              <a:tailEnd len="sm" w="sm" type="none"/>
            </a:ln>
          </p:spPr>
        </p:cxnSp>
        <p:cxnSp>
          <p:nvCxnSpPr>
            <p:cNvPr id="775" name="Google Shape;775;p1"/>
            <p:cNvCxnSpPr/>
            <p:nvPr/>
          </p:nvCxnSpPr>
          <p:spPr>
            <a:xfrm>
              <a:off x="3137069" y="3102857"/>
              <a:ext cx="171022" cy="0"/>
            </a:xfrm>
            <a:prstGeom prst="straightConnector1">
              <a:avLst/>
            </a:prstGeom>
            <a:noFill/>
            <a:ln cap="flat" cmpd="sng" w="9525">
              <a:solidFill>
                <a:schemeClr val="dk1"/>
              </a:solidFill>
              <a:prstDash val="solid"/>
              <a:round/>
              <a:headEnd len="sm" w="sm" type="none"/>
              <a:tailEnd len="sm" w="sm" type="none"/>
            </a:ln>
          </p:spPr>
        </p:cxnSp>
        <p:cxnSp>
          <p:nvCxnSpPr>
            <p:cNvPr id="776" name="Google Shape;776;p1"/>
            <p:cNvCxnSpPr/>
            <p:nvPr/>
          </p:nvCxnSpPr>
          <p:spPr>
            <a:xfrm>
              <a:off x="3132830" y="3126477"/>
              <a:ext cx="171022" cy="0"/>
            </a:xfrm>
            <a:prstGeom prst="straightConnector1">
              <a:avLst/>
            </a:prstGeom>
            <a:noFill/>
            <a:ln cap="flat" cmpd="sng" w="9525">
              <a:solidFill>
                <a:schemeClr val="dk1"/>
              </a:solidFill>
              <a:prstDash val="solid"/>
              <a:round/>
              <a:headEnd len="sm" w="sm" type="none"/>
              <a:tailEnd len="sm" w="sm" type="none"/>
            </a:ln>
          </p:spPr>
        </p:cxnSp>
        <p:cxnSp>
          <p:nvCxnSpPr>
            <p:cNvPr id="777" name="Google Shape;777;p1"/>
            <p:cNvCxnSpPr/>
            <p:nvPr/>
          </p:nvCxnSpPr>
          <p:spPr>
            <a:xfrm>
              <a:off x="3135734" y="3150097"/>
              <a:ext cx="171022" cy="0"/>
            </a:xfrm>
            <a:prstGeom prst="straightConnector1">
              <a:avLst/>
            </a:prstGeom>
            <a:noFill/>
            <a:ln cap="flat" cmpd="sng" w="9525">
              <a:solidFill>
                <a:schemeClr val="dk1"/>
              </a:solidFill>
              <a:prstDash val="solid"/>
              <a:round/>
              <a:headEnd len="sm" w="sm" type="none"/>
              <a:tailEnd len="sm" w="sm" type="none"/>
            </a:ln>
          </p:spPr>
        </p:cxnSp>
        <p:cxnSp>
          <p:nvCxnSpPr>
            <p:cNvPr id="778" name="Google Shape;778;p1"/>
            <p:cNvCxnSpPr/>
            <p:nvPr/>
          </p:nvCxnSpPr>
          <p:spPr>
            <a:xfrm>
              <a:off x="3126733" y="3173717"/>
              <a:ext cx="171022" cy="0"/>
            </a:xfrm>
            <a:prstGeom prst="straightConnector1">
              <a:avLst/>
            </a:prstGeom>
            <a:noFill/>
            <a:ln cap="flat" cmpd="sng" w="9525">
              <a:solidFill>
                <a:schemeClr val="dk1"/>
              </a:solidFill>
              <a:prstDash val="solid"/>
              <a:round/>
              <a:headEnd len="sm" w="sm" type="none"/>
              <a:tailEnd len="sm" w="sm" type="none"/>
            </a:ln>
          </p:spPr>
        </p:cxnSp>
        <p:cxnSp>
          <p:nvCxnSpPr>
            <p:cNvPr id="779" name="Google Shape;779;p1"/>
            <p:cNvCxnSpPr/>
            <p:nvPr/>
          </p:nvCxnSpPr>
          <p:spPr>
            <a:xfrm>
              <a:off x="3131852" y="3197337"/>
              <a:ext cx="171022" cy="0"/>
            </a:xfrm>
            <a:prstGeom prst="straightConnector1">
              <a:avLst/>
            </a:prstGeom>
            <a:noFill/>
            <a:ln cap="flat" cmpd="sng" w="9525">
              <a:solidFill>
                <a:schemeClr val="dk1"/>
              </a:solidFill>
              <a:prstDash val="solid"/>
              <a:round/>
              <a:headEnd len="sm" w="sm" type="none"/>
              <a:tailEnd len="sm" w="sm" type="none"/>
            </a:ln>
          </p:spPr>
        </p:cxnSp>
        <p:cxnSp>
          <p:nvCxnSpPr>
            <p:cNvPr id="780" name="Google Shape;780;p1"/>
            <p:cNvCxnSpPr/>
            <p:nvPr/>
          </p:nvCxnSpPr>
          <p:spPr>
            <a:xfrm>
              <a:off x="3133658" y="3031823"/>
              <a:ext cx="171022" cy="0"/>
            </a:xfrm>
            <a:prstGeom prst="straightConnector1">
              <a:avLst/>
            </a:prstGeom>
            <a:noFill/>
            <a:ln cap="flat" cmpd="sng" w="9525">
              <a:solidFill>
                <a:schemeClr val="dk1"/>
              </a:solidFill>
              <a:prstDash val="solid"/>
              <a:round/>
              <a:headEnd len="sm" w="sm" type="none"/>
              <a:tailEnd len="sm" w="sm" type="none"/>
            </a:ln>
          </p:spPr>
        </p:cxnSp>
        <p:cxnSp>
          <p:nvCxnSpPr>
            <p:cNvPr id="781" name="Google Shape;781;p1"/>
            <p:cNvCxnSpPr/>
            <p:nvPr/>
          </p:nvCxnSpPr>
          <p:spPr>
            <a:xfrm>
              <a:off x="3140817" y="3008029"/>
              <a:ext cx="171022" cy="0"/>
            </a:xfrm>
            <a:prstGeom prst="straightConnector1">
              <a:avLst/>
            </a:prstGeom>
            <a:noFill/>
            <a:ln cap="flat" cmpd="sng" w="9525">
              <a:solidFill>
                <a:schemeClr val="dk1"/>
              </a:solidFill>
              <a:prstDash val="solid"/>
              <a:round/>
              <a:headEnd len="sm" w="sm" type="none"/>
              <a:tailEnd len="sm" w="sm" type="none"/>
            </a:ln>
          </p:spPr>
        </p:cxnSp>
        <p:cxnSp>
          <p:nvCxnSpPr>
            <p:cNvPr id="782" name="Google Shape;782;p1"/>
            <p:cNvCxnSpPr/>
            <p:nvPr/>
          </p:nvCxnSpPr>
          <p:spPr>
            <a:xfrm>
              <a:off x="3133690" y="2984235"/>
              <a:ext cx="171022" cy="0"/>
            </a:xfrm>
            <a:prstGeom prst="straightConnector1">
              <a:avLst/>
            </a:prstGeom>
            <a:noFill/>
            <a:ln cap="flat" cmpd="sng" w="9525">
              <a:solidFill>
                <a:schemeClr val="dk1"/>
              </a:solidFill>
              <a:prstDash val="solid"/>
              <a:round/>
              <a:headEnd len="sm" w="sm" type="none"/>
              <a:tailEnd len="sm" w="sm" type="none"/>
            </a:ln>
          </p:spPr>
        </p:cxnSp>
        <p:cxnSp>
          <p:nvCxnSpPr>
            <p:cNvPr id="783" name="Google Shape;783;p1"/>
            <p:cNvCxnSpPr/>
            <p:nvPr/>
          </p:nvCxnSpPr>
          <p:spPr>
            <a:xfrm>
              <a:off x="3136087" y="2962822"/>
              <a:ext cx="171022" cy="0"/>
            </a:xfrm>
            <a:prstGeom prst="straightConnector1">
              <a:avLst/>
            </a:prstGeom>
            <a:noFill/>
            <a:ln cap="flat" cmpd="sng" w="9525">
              <a:solidFill>
                <a:schemeClr val="dk1"/>
              </a:solidFill>
              <a:prstDash val="solid"/>
              <a:round/>
              <a:headEnd len="sm" w="sm" type="none"/>
              <a:tailEnd len="sm" w="sm" type="none"/>
            </a:ln>
          </p:spPr>
        </p:cxnSp>
        <p:cxnSp>
          <p:nvCxnSpPr>
            <p:cNvPr id="784" name="Google Shape;784;p1"/>
            <p:cNvCxnSpPr/>
            <p:nvPr/>
          </p:nvCxnSpPr>
          <p:spPr>
            <a:xfrm>
              <a:off x="3138469" y="3255715"/>
              <a:ext cx="171022" cy="0"/>
            </a:xfrm>
            <a:prstGeom prst="straightConnector1">
              <a:avLst/>
            </a:prstGeom>
            <a:noFill/>
            <a:ln cap="flat" cmpd="sng" w="9525">
              <a:solidFill>
                <a:schemeClr val="dk1"/>
              </a:solidFill>
              <a:prstDash val="solid"/>
              <a:round/>
              <a:headEnd len="sm" w="sm" type="none"/>
              <a:tailEnd len="sm" w="sm" type="none"/>
            </a:ln>
          </p:spPr>
        </p:cxnSp>
        <p:cxnSp>
          <p:nvCxnSpPr>
            <p:cNvPr id="785" name="Google Shape;785;p1"/>
            <p:cNvCxnSpPr/>
            <p:nvPr/>
          </p:nvCxnSpPr>
          <p:spPr>
            <a:xfrm>
              <a:off x="3136630" y="3224721"/>
              <a:ext cx="171022" cy="0"/>
            </a:xfrm>
            <a:prstGeom prst="straightConnector1">
              <a:avLst/>
            </a:prstGeom>
            <a:noFill/>
            <a:ln cap="flat" cmpd="sng" w="9525">
              <a:solidFill>
                <a:schemeClr val="dk1"/>
              </a:solidFill>
              <a:prstDash val="solid"/>
              <a:round/>
              <a:headEnd len="sm" w="sm" type="none"/>
              <a:tailEnd len="sm" w="sm" type="none"/>
            </a:ln>
          </p:spPr>
        </p:cxnSp>
      </p:grpSp>
      <p:pic>
        <p:nvPicPr>
          <p:cNvPr descr="grid_half_cm.png" id="786" name="Google Shape;786;p1"/>
          <p:cNvPicPr preferRelativeResize="0"/>
          <p:nvPr/>
        </p:nvPicPr>
        <p:blipFill rotWithShape="1">
          <a:blip r:embed="rId5">
            <a:alphaModFix/>
          </a:blip>
          <a:srcRect b="0" l="0" r="0" t="0"/>
          <a:stretch/>
        </p:blipFill>
        <p:spPr>
          <a:xfrm>
            <a:off x="6012184" y="3692224"/>
            <a:ext cx="2883170" cy="2883170"/>
          </a:xfrm>
          <a:prstGeom prst="rect">
            <a:avLst/>
          </a:prstGeom>
          <a:noFill/>
          <a:ln>
            <a:noFill/>
          </a:ln>
        </p:spPr>
      </p:pic>
      <p:sp>
        <p:nvSpPr>
          <p:cNvPr id="787" name="Google Shape;787;p1"/>
          <p:cNvSpPr txBox="1"/>
          <p:nvPr/>
        </p:nvSpPr>
        <p:spPr>
          <a:xfrm>
            <a:off x="1871655" y="5981596"/>
            <a:ext cx="3960506" cy="44627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400">
                <a:solidFill>
                  <a:schemeClr val="dk1"/>
                </a:solidFill>
                <a:latin typeface="Overlock"/>
                <a:ea typeface="Overlock"/>
                <a:cs typeface="Overlock"/>
                <a:sym typeface="Overlock"/>
              </a:rPr>
              <a:t>Show unusual ceilings using room number:</a:t>
            </a:r>
            <a:endParaRPr sz="1000">
              <a:solidFill>
                <a:schemeClr val="dk1"/>
              </a:solidFill>
              <a:latin typeface="Overlock"/>
              <a:ea typeface="Overlock"/>
              <a:cs typeface="Overlock"/>
              <a:sym typeface="Overlock"/>
            </a:endParaRPr>
          </a:p>
          <a:p>
            <a:pPr indent="0" lvl="0" marL="0" marR="0" rtl="0" algn="ctr">
              <a:spcBef>
                <a:spcPts val="0"/>
              </a:spcBef>
              <a:spcAft>
                <a:spcPts val="0"/>
              </a:spcAft>
              <a:buNone/>
            </a:pPr>
            <a:r>
              <a:t/>
            </a:r>
            <a:endParaRPr b="1" sz="900">
              <a:solidFill>
                <a:schemeClr val="dk1"/>
              </a:solidFill>
              <a:latin typeface="Overlock"/>
              <a:ea typeface="Overlock"/>
              <a:cs typeface="Overlock"/>
              <a:sym typeface="Overlock"/>
            </a:endParaRPr>
          </a:p>
        </p:txBody>
      </p:sp>
      <p:sp>
        <p:nvSpPr>
          <p:cNvPr id="788" name="Google Shape;788;p1"/>
          <p:cNvSpPr/>
          <p:nvPr/>
        </p:nvSpPr>
        <p:spPr>
          <a:xfrm rot="-2056143">
            <a:off x="5434656" y="6314463"/>
            <a:ext cx="155817" cy="135315"/>
          </a:xfrm>
          <a:prstGeom prst="arc">
            <a:avLst>
              <a:gd fmla="val 14296173" name="adj1"/>
              <a:gd fmla="val 669966"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89" name="Google Shape;789;p1"/>
          <p:cNvCxnSpPr/>
          <p:nvPr/>
        </p:nvCxnSpPr>
        <p:spPr>
          <a:xfrm flipH="1" rot="10800000">
            <a:off x="3666518" y="6339862"/>
            <a:ext cx="108000" cy="261"/>
          </a:xfrm>
          <a:prstGeom prst="straightConnector1">
            <a:avLst/>
          </a:prstGeom>
          <a:noFill/>
          <a:ln cap="flat" cmpd="sng" w="9525">
            <a:solidFill>
              <a:schemeClr val="dk1"/>
            </a:solidFill>
            <a:prstDash val="solid"/>
            <a:round/>
            <a:headEnd len="sm" w="sm" type="none"/>
            <a:tailEnd len="sm" w="sm" type="none"/>
          </a:ln>
        </p:spPr>
      </p:cxnSp>
      <p:cxnSp>
        <p:nvCxnSpPr>
          <p:cNvPr id="790" name="Google Shape;790;p1"/>
          <p:cNvCxnSpPr/>
          <p:nvPr/>
        </p:nvCxnSpPr>
        <p:spPr>
          <a:xfrm flipH="1" rot="10800000">
            <a:off x="4576152" y="6336146"/>
            <a:ext cx="108000" cy="261"/>
          </a:xfrm>
          <a:prstGeom prst="straightConnector1">
            <a:avLst/>
          </a:prstGeom>
          <a:noFill/>
          <a:ln cap="flat" cmpd="dbl" w="25400">
            <a:solidFill>
              <a:schemeClr val="dk1"/>
            </a:solidFill>
            <a:prstDash val="solid"/>
            <a:round/>
            <a:headEnd len="sm" w="sm" type="none"/>
            <a:tailEnd len="sm" w="sm" type="none"/>
          </a:ln>
        </p:spPr>
      </p:cxnSp>
      <p:cxnSp>
        <p:nvCxnSpPr>
          <p:cNvPr id="791" name="Google Shape;791;p1"/>
          <p:cNvCxnSpPr/>
          <p:nvPr/>
        </p:nvCxnSpPr>
        <p:spPr>
          <a:xfrm flipH="1" rot="10800000">
            <a:off x="1885415" y="6496723"/>
            <a:ext cx="108000" cy="261"/>
          </a:xfrm>
          <a:prstGeom prst="straightConnector1">
            <a:avLst/>
          </a:prstGeom>
          <a:noFill/>
          <a:ln cap="flat" cmpd="sng" w="9525">
            <a:solidFill>
              <a:schemeClr val="dk1"/>
            </a:solidFill>
            <a:prstDash val="solid"/>
            <a:round/>
            <a:headEnd len="sm" w="sm" type="none"/>
            <a:tailEnd len="sm" w="sm" type="none"/>
          </a:ln>
        </p:spPr>
      </p:cxnSp>
      <p:cxnSp>
        <p:nvCxnSpPr>
          <p:cNvPr id="792" name="Google Shape;792;p1"/>
          <p:cNvCxnSpPr/>
          <p:nvPr/>
        </p:nvCxnSpPr>
        <p:spPr>
          <a:xfrm flipH="1" rot="10800000">
            <a:off x="2779788" y="6506388"/>
            <a:ext cx="108000" cy="261"/>
          </a:xfrm>
          <a:prstGeom prst="straightConnector1">
            <a:avLst/>
          </a:prstGeom>
          <a:noFill/>
          <a:ln cap="flat" cmpd="dbl" w="25400">
            <a:solidFill>
              <a:schemeClr val="dk1"/>
            </a:solidFill>
            <a:prstDash val="solid"/>
            <a:round/>
            <a:headEnd len="sm" w="sm" type="none"/>
            <a:tailEnd len="sm" w="sm" type="none"/>
          </a:ln>
        </p:spPr>
      </p:cxnSp>
      <p:sp>
        <p:nvSpPr>
          <p:cNvPr id="793" name="Google Shape;793;p1"/>
          <p:cNvSpPr txBox="1"/>
          <p:nvPr/>
        </p:nvSpPr>
        <p:spPr>
          <a:xfrm>
            <a:off x="5895196" y="6571739"/>
            <a:ext cx="35930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Overlock"/>
                <a:ea typeface="Overlock"/>
                <a:cs typeface="Overlock"/>
                <a:sym typeface="Overlock"/>
              </a:rPr>
              <a:t>Graph paper image for room shape fill</a:t>
            </a:r>
            <a:endParaRPr sz="1400">
              <a:solidFill>
                <a:schemeClr val="dk1"/>
              </a:solidFill>
              <a:latin typeface="Overlock"/>
              <a:ea typeface="Overlock"/>
              <a:cs typeface="Overlock"/>
              <a:sym typeface="Overlock"/>
            </a:endParaRPr>
          </a:p>
        </p:txBody>
      </p:sp>
      <p:graphicFrame>
        <p:nvGraphicFramePr>
          <p:cNvPr id="794" name="Google Shape;794;p1"/>
          <p:cNvGraphicFramePr/>
          <p:nvPr/>
        </p:nvGraphicFramePr>
        <p:xfrm>
          <a:off x="1408384" y="6580516"/>
          <a:ext cx="3000000" cy="3000000"/>
        </p:xfrm>
        <a:graphic>
          <a:graphicData uri="http://schemas.openxmlformats.org/drawingml/2006/table">
            <a:tbl>
              <a:tblPr bandRow="1" firstRow="1">
                <a:noFill/>
                <a:tableStyleId>{B7831594-4707-4841-BFE6-567484BB8A03}</a:tableStyleId>
              </a:tblPr>
              <a:tblGrid>
                <a:gridCol w="912300"/>
                <a:gridCol w="912300"/>
                <a:gridCol w="912300"/>
                <a:gridCol w="912300"/>
                <a:gridCol w="912300"/>
              </a:tblGrid>
              <a:tr h="229475">
                <a:tc>
                  <a:txBody>
                    <a:bodyPr/>
                    <a:lstStyle/>
                    <a:p>
                      <a:pPr indent="0" lvl="0" marL="0" marR="0" rtl="0" algn="ctr">
                        <a:spcBef>
                          <a:spcPts val="0"/>
                        </a:spcBef>
                        <a:spcAft>
                          <a:spcPts val="0"/>
                        </a:spcAft>
                        <a:buNone/>
                      </a:pPr>
                      <a:r>
                        <a:rPr b="0" lang="en-GB" sz="1200" u="none" cap="none" strike="noStrike">
                          <a:solidFill>
                            <a:schemeClr val="dk1"/>
                          </a:solidFill>
                          <a:latin typeface="Overlock"/>
                          <a:ea typeface="Overlock"/>
                          <a:cs typeface="Overlock"/>
                          <a:sym typeface="Overlock"/>
                        </a:rPr>
                        <a:t>Low (5’)         </a:t>
                      </a:r>
                      <a:endParaRPr b="0"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Overlock"/>
                          <a:ea typeface="Overlock"/>
                          <a:cs typeface="Overlock"/>
                          <a:sym typeface="Overlock"/>
                        </a:rPr>
                        <a:t>Crawl (3’)       </a:t>
                      </a:r>
                      <a:endParaRPr b="0"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Overlock"/>
                          <a:ea typeface="Overlock"/>
                          <a:cs typeface="Overlock"/>
                          <a:sym typeface="Overlock"/>
                        </a:rPr>
                        <a:t>High (15’)           </a:t>
                      </a:r>
                      <a:endParaRPr b="0"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Overlock"/>
                          <a:ea typeface="Overlock"/>
                          <a:cs typeface="Overlock"/>
                          <a:sym typeface="Overlock"/>
                        </a:rPr>
                        <a:t>High (30’)    </a:t>
                      </a:r>
                      <a:endParaRPr b="0"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lang="en-GB" sz="1200" u="none" cap="none" strike="noStrike">
                          <a:solidFill>
                            <a:schemeClr val="dk1"/>
                          </a:solidFill>
                          <a:latin typeface="Overlock"/>
                          <a:ea typeface="Overlock"/>
                          <a:cs typeface="Overlock"/>
                          <a:sym typeface="Overlock"/>
                        </a:rPr>
                        <a:t>Vault (15’)</a:t>
                      </a:r>
                      <a:endParaRPr b="0" sz="1800" u="none" cap="none" strike="noStrike">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795" name="Google Shape;795;p1"/>
          <p:cNvGrpSpPr/>
          <p:nvPr/>
        </p:nvGrpSpPr>
        <p:grpSpPr>
          <a:xfrm>
            <a:off x="1012725" y="3256772"/>
            <a:ext cx="180023" cy="71009"/>
            <a:chOff x="1012725" y="3256772"/>
            <a:chExt cx="180023" cy="71009"/>
          </a:xfrm>
        </p:grpSpPr>
        <p:cxnSp>
          <p:nvCxnSpPr>
            <p:cNvPr id="796" name="Google Shape;796;p1"/>
            <p:cNvCxnSpPr/>
            <p:nvPr/>
          </p:nvCxnSpPr>
          <p:spPr>
            <a:xfrm>
              <a:off x="1012725" y="3294561"/>
              <a:ext cx="180023" cy="0"/>
            </a:xfrm>
            <a:prstGeom prst="straightConnector1">
              <a:avLst/>
            </a:prstGeom>
            <a:noFill/>
            <a:ln cap="flat" cmpd="sng" w="9525">
              <a:solidFill>
                <a:schemeClr val="dk1"/>
              </a:solidFill>
              <a:prstDash val="solid"/>
              <a:round/>
              <a:headEnd len="sm" w="sm" type="none"/>
              <a:tailEnd len="sm" w="sm" type="stealth"/>
            </a:ln>
          </p:spPr>
        </p:cxnSp>
        <p:grpSp>
          <p:nvGrpSpPr>
            <p:cNvPr id="797" name="Google Shape;797;p1"/>
            <p:cNvGrpSpPr/>
            <p:nvPr/>
          </p:nvGrpSpPr>
          <p:grpSpPr>
            <a:xfrm flipH="1" rot="5400000">
              <a:off x="1019715" y="3250672"/>
              <a:ext cx="71009" cy="83208"/>
              <a:chOff x="9948863" y="1583531"/>
              <a:chExt cx="88106" cy="78582"/>
            </a:xfrm>
          </p:grpSpPr>
          <p:sp>
            <p:nvSpPr>
              <p:cNvPr id="798" name="Google Shape;798;p1"/>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799" name="Google Shape;799;p1"/>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grpSp>
        <p:nvGrpSpPr>
          <p:cNvPr id="800" name="Google Shape;800;p1"/>
          <p:cNvGrpSpPr/>
          <p:nvPr/>
        </p:nvGrpSpPr>
        <p:grpSpPr>
          <a:xfrm>
            <a:off x="174525" y="3252226"/>
            <a:ext cx="180023" cy="100571"/>
            <a:chOff x="174525" y="3294561"/>
            <a:chExt cx="180023" cy="100571"/>
          </a:xfrm>
        </p:grpSpPr>
        <p:cxnSp>
          <p:nvCxnSpPr>
            <p:cNvPr id="801" name="Google Shape;801;p1"/>
            <p:cNvCxnSpPr/>
            <p:nvPr/>
          </p:nvCxnSpPr>
          <p:spPr>
            <a:xfrm>
              <a:off x="174525" y="3294561"/>
              <a:ext cx="180023" cy="0"/>
            </a:xfrm>
            <a:prstGeom prst="straightConnector1">
              <a:avLst/>
            </a:prstGeom>
            <a:noFill/>
            <a:ln cap="flat" cmpd="sng" w="9525">
              <a:solidFill>
                <a:schemeClr val="dk1"/>
              </a:solidFill>
              <a:prstDash val="solid"/>
              <a:round/>
              <a:headEnd len="sm" w="sm" type="stealth"/>
              <a:tailEnd len="sm" w="sm" type="stealth"/>
            </a:ln>
          </p:spPr>
        </p:cxnSp>
        <p:sp>
          <p:nvSpPr>
            <p:cNvPr id="802" name="Google Shape;802;p1"/>
            <p:cNvSpPr/>
            <p:nvPr/>
          </p:nvSpPr>
          <p:spPr>
            <a:xfrm>
              <a:off x="228266" y="3349412"/>
              <a:ext cx="76200" cy="4572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803" name="Google Shape;803;p1"/>
          <p:cNvSpPr/>
          <p:nvPr/>
        </p:nvSpPr>
        <p:spPr>
          <a:xfrm>
            <a:off x="546528" y="3411879"/>
            <a:ext cx="971741" cy="32316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GB" sz="1000">
                <a:solidFill>
                  <a:srgbClr val="000000"/>
                </a:solidFill>
                <a:latin typeface="Overlock"/>
                <a:ea typeface="Overlock"/>
                <a:cs typeface="Overlock"/>
                <a:sym typeface="Overlock"/>
              </a:rPr>
              <a:t>Illusionary wall</a:t>
            </a:r>
            <a:endParaRPr sz="1000">
              <a:solidFill>
                <a:srgbClr val="000000"/>
              </a:solidFill>
              <a:latin typeface="Overlock"/>
              <a:ea typeface="Overlock"/>
              <a:cs typeface="Overlock"/>
              <a:sym typeface="Overlock"/>
            </a:endParaRPr>
          </a:p>
        </p:txBody>
      </p:sp>
      <p:cxnSp>
        <p:nvCxnSpPr>
          <p:cNvPr id="804" name="Google Shape;804;p1"/>
          <p:cNvCxnSpPr/>
          <p:nvPr/>
        </p:nvCxnSpPr>
        <p:spPr>
          <a:xfrm rot="5400000">
            <a:off x="177800" y="3589866"/>
            <a:ext cx="237067" cy="0"/>
          </a:xfrm>
          <a:prstGeom prst="straightConnector1">
            <a:avLst/>
          </a:prstGeom>
          <a:noFill/>
          <a:ln cap="flat" cmpd="sng" w="28575">
            <a:solidFill>
              <a:schemeClr val="dk1"/>
            </a:solidFill>
            <a:prstDash val="solid"/>
            <a:round/>
            <a:headEnd len="sm" w="sm" type="none"/>
            <a:tailEnd len="sm" w="sm" type="none"/>
          </a:ln>
        </p:spPr>
      </p:cxnSp>
      <p:sp>
        <p:nvSpPr>
          <p:cNvPr id="805" name="Google Shape;805;p1"/>
          <p:cNvSpPr txBox="1"/>
          <p:nvPr/>
        </p:nvSpPr>
        <p:spPr>
          <a:xfrm>
            <a:off x="110071" y="3490064"/>
            <a:ext cx="43180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800">
                <a:solidFill>
                  <a:schemeClr val="dk1"/>
                </a:solidFill>
                <a:latin typeface="Arial Rounded"/>
                <a:ea typeface="Arial Rounded"/>
                <a:cs typeface="Arial Rounded"/>
                <a:sym typeface="Arial Rounded"/>
              </a:rPr>
              <a:t>?   ?</a:t>
            </a:r>
            <a:endParaRPr b="1" sz="800">
              <a:solidFill>
                <a:schemeClr val="dk1"/>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809" name="Shape 809"/>
        <p:cNvGrpSpPr/>
        <p:nvPr/>
      </p:nvGrpSpPr>
      <p:grpSpPr>
        <a:xfrm>
          <a:off x="0" y="0"/>
          <a:ext cx="0" cy="0"/>
          <a:chOff x="0" y="0"/>
          <a:chExt cx="0" cy="0"/>
        </a:xfrm>
      </p:grpSpPr>
      <p:sp>
        <p:nvSpPr>
          <p:cNvPr id="810" name="Google Shape;810;p2"/>
          <p:cNvSpPr/>
          <p:nvPr/>
        </p:nvSpPr>
        <p:spPr>
          <a:xfrm>
            <a:off x="7812415" y="3351179"/>
            <a:ext cx="781972" cy="849121"/>
          </a:xfrm>
          <a:prstGeom prst="diagStripe">
            <a:avLst>
              <a:gd fmla="val 76556" name="adj"/>
            </a:avLst>
          </a:prstGeom>
          <a:blipFill rotWithShape="1">
            <a:blip r:embed="rId3">
              <a:alphaModFix/>
            </a:blip>
            <a:tile algn="br" flip="none" tx="-63500" sx="100000" ty="-6350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2"/>
          <p:cNvSpPr/>
          <p:nvPr/>
        </p:nvSpPr>
        <p:spPr>
          <a:xfrm>
            <a:off x="8172460" y="2888931"/>
            <a:ext cx="540069" cy="540069"/>
          </a:xfrm>
          <a:prstGeom prst="ellipse">
            <a:avLst/>
          </a:prstGeom>
          <a:blipFill rotWithShape="1">
            <a:blip r:embed="rId4">
              <a:alphaModFix/>
            </a:blip>
            <a:tile algn="tl" flip="none" tx="0" sx="100000" ty="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2" name="Google Shape;812;p2"/>
          <p:cNvSpPr/>
          <p:nvPr/>
        </p:nvSpPr>
        <p:spPr>
          <a:xfrm>
            <a:off x="7801583" y="1746115"/>
            <a:ext cx="651754" cy="1170722"/>
          </a:xfrm>
          <a:custGeom>
            <a:rect b="b" l="l" r="r" t="t"/>
            <a:pathLst>
              <a:path extrusionOk="0" h="1170722" w="651754">
                <a:moveTo>
                  <a:pt x="583660" y="1162455"/>
                </a:moveTo>
                <a:cubicBezTo>
                  <a:pt x="559507" y="1126229"/>
                  <a:pt x="590549" y="1170722"/>
                  <a:pt x="559341" y="1133272"/>
                </a:cubicBezTo>
                <a:cubicBezTo>
                  <a:pt x="555599" y="1128781"/>
                  <a:pt x="554178" y="1122333"/>
                  <a:pt x="549613" y="1118681"/>
                </a:cubicBezTo>
                <a:cubicBezTo>
                  <a:pt x="545610" y="1115478"/>
                  <a:pt x="539886" y="1115438"/>
                  <a:pt x="535022" y="1113817"/>
                </a:cubicBezTo>
                <a:cubicBezTo>
                  <a:pt x="531779" y="1108953"/>
                  <a:pt x="527908" y="1104454"/>
                  <a:pt x="525294" y="1099226"/>
                </a:cubicBezTo>
                <a:cubicBezTo>
                  <a:pt x="523001" y="1094640"/>
                  <a:pt x="523633" y="1088638"/>
                  <a:pt x="520430" y="1084634"/>
                </a:cubicBezTo>
                <a:cubicBezTo>
                  <a:pt x="516778" y="1080069"/>
                  <a:pt x="510703" y="1078149"/>
                  <a:pt x="505839" y="1074906"/>
                </a:cubicBezTo>
                <a:cubicBezTo>
                  <a:pt x="488099" y="1021690"/>
                  <a:pt x="516392" y="1102299"/>
                  <a:pt x="491247" y="1045723"/>
                </a:cubicBezTo>
                <a:cubicBezTo>
                  <a:pt x="487082" y="1036353"/>
                  <a:pt x="484761" y="1026268"/>
                  <a:pt x="481519" y="1016540"/>
                </a:cubicBezTo>
                <a:lnTo>
                  <a:pt x="471792" y="987358"/>
                </a:lnTo>
                <a:cubicBezTo>
                  <a:pt x="470171" y="982494"/>
                  <a:pt x="471194" y="975610"/>
                  <a:pt x="466928" y="972766"/>
                </a:cubicBezTo>
                <a:lnTo>
                  <a:pt x="452336" y="963038"/>
                </a:lnTo>
                <a:cubicBezTo>
                  <a:pt x="447472" y="956553"/>
                  <a:pt x="443477" y="949315"/>
                  <a:pt x="437745" y="943583"/>
                </a:cubicBezTo>
                <a:cubicBezTo>
                  <a:pt x="428315" y="934152"/>
                  <a:pt x="420432" y="932948"/>
                  <a:pt x="408562" y="928992"/>
                </a:cubicBezTo>
                <a:cubicBezTo>
                  <a:pt x="366747" y="901114"/>
                  <a:pt x="419653" y="934538"/>
                  <a:pt x="379379" y="914400"/>
                </a:cubicBezTo>
                <a:cubicBezTo>
                  <a:pt x="341672" y="895546"/>
                  <a:pt x="386867" y="912030"/>
                  <a:pt x="350196" y="899809"/>
                </a:cubicBezTo>
                <a:cubicBezTo>
                  <a:pt x="308381" y="871931"/>
                  <a:pt x="361287" y="905355"/>
                  <a:pt x="321013" y="885217"/>
                </a:cubicBezTo>
                <a:cubicBezTo>
                  <a:pt x="307473" y="878447"/>
                  <a:pt x="302585" y="871652"/>
                  <a:pt x="291830" y="860898"/>
                </a:cubicBezTo>
                <a:cubicBezTo>
                  <a:pt x="288587" y="854413"/>
                  <a:pt x="284958" y="848107"/>
                  <a:pt x="282102" y="841443"/>
                </a:cubicBezTo>
                <a:cubicBezTo>
                  <a:pt x="280082" y="836731"/>
                  <a:pt x="280083" y="831117"/>
                  <a:pt x="277239" y="826851"/>
                </a:cubicBezTo>
                <a:cubicBezTo>
                  <a:pt x="273424" y="821128"/>
                  <a:pt x="267511" y="817124"/>
                  <a:pt x="262647" y="812260"/>
                </a:cubicBezTo>
                <a:cubicBezTo>
                  <a:pt x="261088" y="806024"/>
                  <a:pt x="256409" y="785193"/>
                  <a:pt x="252919" y="778213"/>
                </a:cubicBezTo>
                <a:cubicBezTo>
                  <a:pt x="234062" y="740499"/>
                  <a:pt x="250554" y="785704"/>
                  <a:pt x="238328" y="749030"/>
                </a:cubicBezTo>
                <a:cubicBezTo>
                  <a:pt x="236707" y="710119"/>
                  <a:pt x="237765" y="671004"/>
                  <a:pt x="233464" y="632298"/>
                </a:cubicBezTo>
                <a:cubicBezTo>
                  <a:pt x="232818" y="626488"/>
                  <a:pt x="226350" y="622935"/>
                  <a:pt x="223736" y="617706"/>
                </a:cubicBezTo>
                <a:cubicBezTo>
                  <a:pt x="221443" y="613121"/>
                  <a:pt x="222076" y="607118"/>
                  <a:pt x="218873" y="603115"/>
                </a:cubicBezTo>
                <a:cubicBezTo>
                  <a:pt x="215221" y="598550"/>
                  <a:pt x="208719" y="597191"/>
                  <a:pt x="204281" y="593387"/>
                </a:cubicBezTo>
                <a:cubicBezTo>
                  <a:pt x="174906" y="568208"/>
                  <a:pt x="197046" y="578005"/>
                  <a:pt x="170234" y="569068"/>
                </a:cubicBezTo>
                <a:lnTo>
                  <a:pt x="141051" y="549613"/>
                </a:lnTo>
                <a:cubicBezTo>
                  <a:pt x="136187" y="546370"/>
                  <a:pt x="130594" y="544018"/>
                  <a:pt x="126460" y="539885"/>
                </a:cubicBezTo>
                <a:cubicBezTo>
                  <a:pt x="108243" y="521669"/>
                  <a:pt x="118393" y="527469"/>
                  <a:pt x="97277" y="520430"/>
                </a:cubicBezTo>
                <a:cubicBezTo>
                  <a:pt x="94034" y="513945"/>
                  <a:pt x="92676" y="506102"/>
                  <a:pt x="87549" y="500975"/>
                </a:cubicBezTo>
                <a:cubicBezTo>
                  <a:pt x="83924" y="497350"/>
                  <a:pt x="76583" y="499736"/>
                  <a:pt x="72958" y="496111"/>
                </a:cubicBezTo>
                <a:cubicBezTo>
                  <a:pt x="69333" y="492485"/>
                  <a:pt x="70938" y="485785"/>
                  <a:pt x="68094" y="481519"/>
                </a:cubicBezTo>
                <a:cubicBezTo>
                  <a:pt x="64278" y="475796"/>
                  <a:pt x="57629" y="472431"/>
                  <a:pt x="53502" y="466928"/>
                </a:cubicBezTo>
                <a:cubicBezTo>
                  <a:pt x="47830" y="459365"/>
                  <a:pt x="44155" y="450475"/>
                  <a:pt x="38911" y="442609"/>
                </a:cubicBezTo>
                <a:cubicBezTo>
                  <a:pt x="31511" y="431509"/>
                  <a:pt x="8327" y="404359"/>
                  <a:pt x="4864" y="393970"/>
                </a:cubicBezTo>
                <a:lnTo>
                  <a:pt x="0" y="379379"/>
                </a:lnTo>
                <a:cubicBezTo>
                  <a:pt x="1621" y="359924"/>
                  <a:pt x="1654" y="340270"/>
                  <a:pt x="4864" y="321013"/>
                </a:cubicBezTo>
                <a:cubicBezTo>
                  <a:pt x="6550" y="310899"/>
                  <a:pt x="11349" y="301558"/>
                  <a:pt x="14592" y="291830"/>
                </a:cubicBezTo>
                <a:cubicBezTo>
                  <a:pt x="21569" y="270898"/>
                  <a:pt x="18213" y="282210"/>
                  <a:pt x="24319" y="257783"/>
                </a:cubicBezTo>
                <a:cubicBezTo>
                  <a:pt x="25940" y="191311"/>
                  <a:pt x="26164" y="124790"/>
                  <a:pt x="29183" y="58366"/>
                </a:cubicBezTo>
                <a:cubicBezTo>
                  <a:pt x="29955" y="41385"/>
                  <a:pt x="48966" y="28200"/>
                  <a:pt x="53502" y="14592"/>
                </a:cubicBezTo>
                <a:lnTo>
                  <a:pt x="58366" y="0"/>
                </a:lnTo>
                <a:cubicBezTo>
                  <a:pt x="96564" y="2938"/>
                  <a:pt x="113881" y="1719"/>
                  <a:pt x="145915" y="9728"/>
                </a:cubicBezTo>
                <a:cubicBezTo>
                  <a:pt x="178710" y="17927"/>
                  <a:pt x="141810" y="10053"/>
                  <a:pt x="175098" y="24319"/>
                </a:cubicBezTo>
                <a:cubicBezTo>
                  <a:pt x="181242" y="26952"/>
                  <a:pt x="188069" y="27562"/>
                  <a:pt x="194554" y="29183"/>
                </a:cubicBezTo>
                <a:cubicBezTo>
                  <a:pt x="197756" y="61208"/>
                  <a:pt x="203692" y="81406"/>
                  <a:pt x="194554" y="111868"/>
                </a:cubicBezTo>
                <a:cubicBezTo>
                  <a:pt x="192874" y="117467"/>
                  <a:pt x="188069" y="121596"/>
                  <a:pt x="184826" y="126460"/>
                </a:cubicBezTo>
                <a:cubicBezTo>
                  <a:pt x="183205" y="137809"/>
                  <a:pt x="182210" y="149265"/>
                  <a:pt x="179962" y="160506"/>
                </a:cubicBezTo>
                <a:cubicBezTo>
                  <a:pt x="178956" y="165534"/>
                  <a:pt x="175507" y="169987"/>
                  <a:pt x="175098" y="175098"/>
                </a:cubicBezTo>
                <a:cubicBezTo>
                  <a:pt x="172251" y="210689"/>
                  <a:pt x="176511" y="246953"/>
                  <a:pt x="170234" y="282102"/>
                </a:cubicBezTo>
                <a:cubicBezTo>
                  <a:pt x="168179" y="293611"/>
                  <a:pt x="150779" y="311285"/>
                  <a:pt x="150779" y="311285"/>
                </a:cubicBezTo>
                <a:cubicBezTo>
                  <a:pt x="152400" y="325877"/>
                  <a:pt x="151000" y="341132"/>
                  <a:pt x="155643" y="355060"/>
                </a:cubicBezTo>
                <a:cubicBezTo>
                  <a:pt x="157818" y="361585"/>
                  <a:pt x="166894" y="363638"/>
                  <a:pt x="170234" y="369651"/>
                </a:cubicBezTo>
                <a:cubicBezTo>
                  <a:pt x="175214" y="378615"/>
                  <a:pt x="174274" y="390302"/>
                  <a:pt x="179962" y="398834"/>
                </a:cubicBezTo>
                <a:lnTo>
                  <a:pt x="199417" y="428017"/>
                </a:lnTo>
                <a:cubicBezTo>
                  <a:pt x="202660" y="432881"/>
                  <a:pt x="203599" y="440761"/>
                  <a:pt x="209145" y="442609"/>
                </a:cubicBezTo>
                <a:lnTo>
                  <a:pt x="223736" y="447472"/>
                </a:lnTo>
                <a:cubicBezTo>
                  <a:pt x="230221" y="457200"/>
                  <a:pt x="233464" y="470170"/>
                  <a:pt x="243192" y="476655"/>
                </a:cubicBezTo>
                <a:cubicBezTo>
                  <a:pt x="276028" y="498547"/>
                  <a:pt x="236574" y="470865"/>
                  <a:pt x="282102" y="510702"/>
                </a:cubicBezTo>
                <a:cubicBezTo>
                  <a:pt x="286501" y="514551"/>
                  <a:pt x="292203" y="516688"/>
                  <a:pt x="296694" y="520430"/>
                </a:cubicBezTo>
                <a:cubicBezTo>
                  <a:pt x="344510" y="560276"/>
                  <a:pt x="282745" y="511347"/>
                  <a:pt x="321013" y="549613"/>
                </a:cubicBezTo>
                <a:cubicBezTo>
                  <a:pt x="325147" y="553746"/>
                  <a:pt x="330741" y="556098"/>
                  <a:pt x="335605" y="559340"/>
                </a:cubicBezTo>
                <a:cubicBezTo>
                  <a:pt x="351541" y="607159"/>
                  <a:pt x="335091" y="553447"/>
                  <a:pt x="345332" y="671209"/>
                </a:cubicBezTo>
                <a:cubicBezTo>
                  <a:pt x="346085" y="679874"/>
                  <a:pt x="354147" y="694615"/>
                  <a:pt x="359924" y="700392"/>
                </a:cubicBezTo>
                <a:cubicBezTo>
                  <a:pt x="365656" y="706124"/>
                  <a:pt x="372341" y="710961"/>
                  <a:pt x="379379" y="714983"/>
                </a:cubicBezTo>
                <a:cubicBezTo>
                  <a:pt x="383831" y="717527"/>
                  <a:pt x="389107" y="718226"/>
                  <a:pt x="393971" y="719847"/>
                </a:cubicBezTo>
                <a:cubicBezTo>
                  <a:pt x="404188" y="735172"/>
                  <a:pt x="403915" y="731990"/>
                  <a:pt x="408562" y="749030"/>
                </a:cubicBezTo>
                <a:cubicBezTo>
                  <a:pt x="412080" y="761928"/>
                  <a:pt x="410875" y="776816"/>
                  <a:pt x="418290" y="787940"/>
                </a:cubicBezTo>
                <a:cubicBezTo>
                  <a:pt x="421532" y="792804"/>
                  <a:pt x="425643" y="797190"/>
                  <a:pt x="428017" y="802532"/>
                </a:cubicBezTo>
                <a:cubicBezTo>
                  <a:pt x="440689" y="831046"/>
                  <a:pt x="428589" y="829570"/>
                  <a:pt x="452336" y="841443"/>
                </a:cubicBezTo>
                <a:cubicBezTo>
                  <a:pt x="456922" y="843736"/>
                  <a:pt x="462064" y="844685"/>
                  <a:pt x="466928" y="846306"/>
                </a:cubicBezTo>
                <a:cubicBezTo>
                  <a:pt x="470171" y="851170"/>
                  <a:pt x="472914" y="856407"/>
                  <a:pt x="476656" y="860898"/>
                </a:cubicBezTo>
                <a:cubicBezTo>
                  <a:pt x="488359" y="874941"/>
                  <a:pt x="491492" y="875652"/>
                  <a:pt x="505839" y="885217"/>
                </a:cubicBezTo>
                <a:lnTo>
                  <a:pt x="525294" y="914400"/>
                </a:lnTo>
                <a:cubicBezTo>
                  <a:pt x="528537" y="919264"/>
                  <a:pt x="530158" y="925749"/>
                  <a:pt x="535022" y="928992"/>
                </a:cubicBezTo>
                <a:lnTo>
                  <a:pt x="564205" y="948447"/>
                </a:lnTo>
                <a:cubicBezTo>
                  <a:pt x="565826" y="954932"/>
                  <a:pt x="566079" y="961923"/>
                  <a:pt x="569068" y="967902"/>
                </a:cubicBezTo>
                <a:cubicBezTo>
                  <a:pt x="574297" y="978359"/>
                  <a:pt x="588524" y="997085"/>
                  <a:pt x="588524" y="997085"/>
                </a:cubicBezTo>
                <a:lnTo>
                  <a:pt x="598251" y="1026268"/>
                </a:lnTo>
                <a:cubicBezTo>
                  <a:pt x="599872" y="1031132"/>
                  <a:pt x="602272" y="1035803"/>
                  <a:pt x="603115" y="1040860"/>
                </a:cubicBezTo>
                <a:cubicBezTo>
                  <a:pt x="605283" y="1053869"/>
                  <a:pt x="609444" y="1080766"/>
                  <a:pt x="612843" y="1094362"/>
                </a:cubicBezTo>
                <a:cubicBezTo>
                  <a:pt x="615480" y="1104909"/>
                  <a:pt x="619511" y="1115622"/>
                  <a:pt x="627434" y="1123545"/>
                </a:cubicBezTo>
                <a:cubicBezTo>
                  <a:pt x="631567" y="1127678"/>
                  <a:pt x="637162" y="1130030"/>
                  <a:pt x="642026" y="1133272"/>
                </a:cubicBezTo>
                <a:cubicBezTo>
                  <a:pt x="647615" y="1150039"/>
                  <a:pt x="643265" y="1144239"/>
                  <a:pt x="651754" y="1152728"/>
                </a:cubicBezTo>
              </a:path>
            </a:pathLst>
          </a:custGeom>
          <a:blipFill rotWithShape="1">
            <a:blip r:embed="rId4">
              <a:alphaModFix/>
            </a:blip>
            <a:tile algn="tl" flip="none" tx="12700" sx="100000" ty="8890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2"/>
          <p:cNvSpPr txBox="1"/>
          <p:nvPr/>
        </p:nvSpPr>
        <p:spPr>
          <a:xfrm>
            <a:off x="3195029" y="0"/>
            <a:ext cx="3078904" cy="6247864"/>
          </a:xfrm>
          <a:prstGeom prst="rect">
            <a:avLst/>
          </a:prstGeom>
          <a:noFill/>
          <a:ln>
            <a:noFill/>
          </a:ln>
        </p:spPr>
        <p:txBody>
          <a:bodyPr anchorCtr="0" anchor="t" bIns="45700" lIns="91425" spcFirstLastPara="1" rIns="91425" wrap="square" tIns="45700">
            <a:spAutoFit/>
          </a:bodyPr>
          <a:lstStyle/>
          <a:p>
            <a:pPr indent="-228600" lvl="0" marL="228600" marR="0" rtl="0" algn="just">
              <a:spcBef>
                <a:spcPts val="0"/>
              </a:spcBef>
              <a:spcAft>
                <a:spcPts val="0"/>
              </a:spcAft>
              <a:buNone/>
            </a:pPr>
            <a:r>
              <a:rPr b="1" lang="en-GB" sz="1000">
                <a:solidFill>
                  <a:schemeClr val="dk1"/>
                </a:solidFill>
                <a:latin typeface="Calibri"/>
                <a:ea typeface="Calibri"/>
                <a:cs typeface="Calibri"/>
                <a:sym typeface="Calibri"/>
              </a:rPr>
              <a:t>4. Draw interior walls.</a:t>
            </a:r>
            <a:endParaRPr/>
          </a:p>
          <a:p>
            <a:pPr indent="0" lvl="0" marL="0" marR="0" rtl="0" algn="just">
              <a:spcBef>
                <a:spcPts val="0"/>
              </a:spcBef>
              <a:spcAft>
                <a:spcPts val="0"/>
              </a:spcAft>
              <a:buNone/>
            </a:pPr>
            <a:r>
              <a:rPr lang="en-GB" sz="1000">
                <a:solidFill>
                  <a:schemeClr val="dk1"/>
                </a:solidFill>
                <a:latin typeface="Calibri"/>
                <a:ea typeface="Calibri"/>
                <a:cs typeface="Calibri"/>
                <a:sym typeface="Calibri"/>
              </a:rPr>
              <a:t>Pick a line under the “Shapes” menu and draw it on the map. Select it and “Format Shape,” under Line Style select at least a 2 point thickness. When a line snaps to grid it will be drawn right across the gridline; feel free to turn off “snap to grid” and use the arrow keys to shift it.</a:t>
            </a:r>
            <a:endParaRPr/>
          </a:p>
          <a:p>
            <a:pPr indent="-49213" lvl="0" marL="49213" marR="0" rtl="0" algn="just">
              <a:spcBef>
                <a:spcPts val="600"/>
              </a:spcBef>
              <a:spcAft>
                <a:spcPts val="0"/>
              </a:spcAft>
              <a:buNone/>
            </a:pPr>
            <a:r>
              <a:rPr b="1" lang="en-GB" sz="1000">
                <a:solidFill>
                  <a:schemeClr val="dk1"/>
                </a:solidFill>
                <a:latin typeface="Calibri"/>
                <a:ea typeface="Calibri"/>
                <a:cs typeface="Calibri"/>
                <a:sym typeface="Calibri"/>
              </a:rPr>
              <a:t>5. Add features.</a:t>
            </a:r>
            <a:endParaRPr/>
          </a:p>
          <a:p>
            <a:pPr indent="0" lvl="0" marL="0" marR="0" rtl="0" algn="just">
              <a:spcBef>
                <a:spcPts val="0"/>
              </a:spcBef>
              <a:spcAft>
                <a:spcPts val="0"/>
              </a:spcAft>
              <a:buNone/>
            </a:pPr>
            <a:r>
              <a:rPr lang="en-GB" sz="1000">
                <a:solidFill>
                  <a:schemeClr val="dk1"/>
                </a:solidFill>
                <a:latin typeface="Calibri"/>
                <a:ea typeface="Calibri"/>
                <a:cs typeface="Calibri"/>
                <a:sym typeface="Calibri"/>
              </a:rPr>
              <a:t>Switching back and forth between the previous slide and your document, copy dungeon features like doors and stairs, paste them into your document, move them using the arrow keys (easier if grid is on) and rotate them by right-clicking and working from “Size and Position...” Because the features are often grouped from smaller features, trying to resize or rotate them manually may have undesirable results. You may also have to use “Bring to Front” or “Send to Back” in the object menu to show the feature if it sits on a room.</a:t>
            </a:r>
            <a:endParaRPr/>
          </a:p>
          <a:p>
            <a:pPr indent="0" lvl="0" marL="0" marR="0" rtl="0" algn="just">
              <a:spcBef>
                <a:spcPts val="600"/>
              </a:spcBef>
              <a:spcAft>
                <a:spcPts val="0"/>
              </a:spcAft>
              <a:buNone/>
            </a:pPr>
            <a:r>
              <a:rPr b="1" lang="en-GB" sz="1000">
                <a:solidFill>
                  <a:schemeClr val="dk1"/>
                </a:solidFill>
                <a:latin typeface="Calibri"/>
                <a:ea typeface="Calibri"/>
                <a:cs typeface="Calibri"/>
                <a:sym typeface="Calibri"/>
              </a:rPr>
              <a:t>6. Add labels.</a:t>
            </a:r>
            <a:endParaRPr/>
          </a:p>
          <a:p>
            <a:pPr indent="0" lvl="0" marL="0" marR="0" rtl="0" algn="just">
              <a:spcBef>
                <a:spcPts val="0"/>
              </a:spcBef>
              <a:spcAft>
                <a:spcPts val="0"/>
              </a:spcAft>
              <a:buNone/>
            </a:pPr>
            <a:r>
              <a:rPr lang="en-GB" sz="1000">
                <a:solidFill>
                  <a:schemeClr val="dk1"/>
                </a:solidFill>
                <a:latin typeface="Calibri"/>
                <a:ea typeface="Calibri"/>
                <a:cs typeface="Calibri"/>
                <a:sym typeface="Calibri"/>
              </a:rPr>
              <a:t>Use the Text Box shape (box with an “A” and stripes) to add room labels, key numbers, and stair destinations.</a:t>
            </a:r>
            <a:endParaRPr sz="10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just">
              <a:spcBef>
                <a:spcPts val="0"/>
              </a:spcBef>
              <a:spcAft>
                <a:spcPts val="0"/>
              </a:spcAft>
              <a:buNone/>
            </a:pPr>
            <a:r>
              <a:rPr b="1" lang="en-GB" sz="1000">
                <a:solidFill>
                  <a:schemeClr val="dk1"/>
                </a:solidFill>
                <a:latin typeface="Calibri"/>
                <a:ea typeface="Calibri"/>
                <a:cs typeface="Calibri"/>
                <a:sym typeface="Calibri"/>
              </a:rPr>
              <a:t>MORE TIPS: </a:t>
            </a:r>
            <a:r>
              <a:rPr lang="en-GB" sz="1000">
                <a:solidFill>
                  <a:schemeClr val="dk1"/>
                </a:solidFill>
                <a:latin typeface="Calibri"/>
                <a:ea typeface="Calibri"/>
                <a:cs typeface="Calibri"/>
                <a:sym typeface="Calibri"/>
              </a:rPr>
              <a:t>What you see on the screen, with its relatively low pixel resolution, may not correspond to what prints out or appears at a higher resolution. Use the zoom slider at bottom right of the window to get the big picture or close-ups. 400% is the closest to how it will actually print out, although you may also want to design for the computer screen.</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The dungeon features are mostly transparent, so that the grid will appear to overlay them. There are some exceptions, like doors. You can click on the part within the grouped shape you want to be transparent (or opaque), and then use “Format Shape...” to change the “Fill.”</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Drawing a freehand shape, not connecting the ends of your line, and then manually filling it with “Format Picture” can be very useful when connecting open passages to rooms or each other.</a:t>
            </a:r>
            <a:endParaRPr/>
          </a:p>
        </p:txBody>
      </p:sp>
      <p:sp>
        <p:nvSpPr>
          <p:cNvPr id="814" name="Google Shape;814;p2"/>
          <p:cNvSpPr txBox="1"/>
          <p:nvPr/>
        </p:nvSpPr>
        <p:spPr>
          <a:xfrm>
            <a:off x="71425" y="0"/>
            <a:ext cx="3078000" cy="6709529"/>
          </a:xfrm>
          <a:prstGeom prst="rect">
            <a:avLst/>
          </a:prstGeom>
          <a:noFill/>
          <a:ln>
            <a:noFill/>
          </a:ln>
        </p:spPr>
        <p:txBody>
          <a:bodyPr anchorCtr="0" anchor="t" bIns="45700" lIns="91425" spcFirstLastPara="1" rIns="91425" wrap="square" tIns="45700">
            <a:spAutoFit/>
          </a:bodyPr>
          <a:lstStyle/>
          <a:p>
            <a:pPr indent="-228600" lvl="0" marL="228600" marR="0" rtl="0" algn="just">
              <a:spcBef>
                <a:spcPts val="0"/>
              </a:spcBef>
              <a:spcAft>
                <a:spcPts val="0"/>
              </a:spcAft>
              <a:buClr>
                <a:schemeClr val="dk1"/>
              </a:buClr>
              <a:buSzPts val="1000"/>
              <a:buFont typeface="Calibri"/>
              <a:buAutoNum type="arabicPeriod"/>
            </a:pPr>
            <a:r>
              <a:rPr b="1" lang="en-GB" sz="1000">
                <a:solidFill>
                  <a:schemeClr val="dk1"/>
                </a:solidFill>
                <a:latin typeface="Calibri"/>
                <a:ea typeface="Calibri"/>
                <a:cs typeface="Calibri"/>
                <a:sym typeface="Calibri"/>
              </a:rPr>
              <a:t>Set the grid.</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Create a new PowerPoint document. Delete everything on the first slide. Right click in the area outside the slide. Go to “Grid and Guides.” Choose “Snap objects to grid” and make the grid 0.5 cm (roughly = 0.2 inch).</a:t>
            </a:r>
            <a:endParaRPr sz="1000">
              <a:solidFill>
                <a:schemeClr val="dk1"/>
              </a:solidFill>
              <a:latin typeface="Calibri"/>
              <a:ea typeface="Calibri"/>
              <a:cs typeface="Calibri"/>
              <a:sym typeface="Calibri"/>
            </a:endParaRPr>
          </a:p>
          <a:p>
            <a:pPr indent="0" lvl="0" marL="0" marR="0" rtl="0" algn="just">
              <a:spcBef>
                <a:spcPts val="600"/>
              </a:spcBef>
              <a:spcAft>
                <a:spcPts val="0"/>
              </a:spcAft>
              <a:buNone/>
            </a:pPr>
            <a:r>
              <a:rPr b="1" lang="en-GB" sz="1000">
                <a:solidFill>
                  <a:schemeClr val="dk1"/>
                </a:solidFill>
                <a:latin typeface="Calibri"/>
                <a:ea typeface="Calibri"/>
                <a:cs typeface="Calibri"/>
                <a:sym typeface="Calibri"/>
              </a:rPr>
              <a:t>2. Choose your dungeon background.</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Right click on the slide and go to “Format Background ...” then choose “Solid Fill” and a color (may be easier in design to start with gray rather than black).</a:t>
            </a:r>
            <a:endParaRPr/>
          </a:p>
          <a:p>
            <a:pPr indent="0" lvl="0" marL="0" marR="0" rtl="0" algn="just">
              <a:spcBef>
                <a:spcPts val="600"/>
              </a:spcBef>
              <a:spcAft>
                <a:spcPts val="0"/>
              </a:spcAft>
              <a:buNone/>
            </a:pPr>
            <a:r>
              <a:rPr b="1" lang="en-GB" sz="1000">
                <a:solidFill>
                  <a:schemeClr val="dk1"/>
                </a:solidFill>
                <a:latin typeface="Calibri"/>
                <a:ea typeface="Calibri"/>
                <a:cs typeface="Calibri"/>
                <a:sym typeface="Calibri"/>
              </a:rPr>
              <a:t>3. Draw passages and rooms.</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First, click on “Grid background .5cm” at the right and choose “Save as picture”; save it to a location on your computer.</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From the Home&gt;Drawing&gt;Shapes button, choose a shape and draw it on the map. Right-click the shape and choose “Format Shape (or Picture)”. Under “Line Color” select “no line.” Under “Fill” check the “Tile picture as texture” and “Rotate with shape” options. Then click the “Insert from: File” button and look for where you saved the grid background; select it. Your shape should appear with a graph paper fill; move it to align with the grid. Finally, right-click the shape again and choose “Set as default shape” so shapes you make from now on will start with the grid and no outline.</a:t>
            </a:r>
            <a:endParaRPr/>
          </a:p>
          <a:p>
            <a:pPr indent="0" lvl="0" marL="0" marR="0" rtl="0" algn="just">
              <a:spcBef>
                <a:spcPts val="600"/>
              </a:spcBef>
              <a:spcAft>
                <a:spcPts val="0"/>
              </a:spcAft>
              <a:buNone/>
            </a:pPr>
            <a:r>
              <a:rPr b="1" lang="en-GB" sz="1000">
                <a:solidFill>
                  <a:schemeClr val="dk1"/>
                </a:solidFill>
                <a:latin typeface="Calibri"/>
                <a:ea typeface="Calibri"/>
                <a:cs typeface="Calibri"/>
                <a:sym typeface="Calibri"/>
              </a:rPr>
              <a:t>TIPS ON ROOMS: </a:t>
            </a:r>
            <a:r>
              <a:rPr lang="en-GB" sz="1000">
                <a:solidFill>
                  <a:schemeClr val="dk1"/>
                </a:solidFill>
                <a:latin typeface="Calibri"/>
                <a:ea typeface="Calibri"/>
                <a:cs typeface="Calibri"/>
                <a:sym typeface="Calibri"/>
              </a:rPr>
              <a:t>Shapes can be rotated and custom sized with the “Size and position” item on the shape right-lick menu. Irregular shapes can be drawn freehand; look for the “squiggle” tool under Shapes. Rooms can be given exterior lines by working with “Line Color” and “line Style” in the right-click menu, but sometimes (as when joining different rooms and passages together) it’s better to keep no outline and add the interior walls in the next step.</a:t>
            </a:r>
            <a:endParaRPr/>
          </a:p>
          <a:p>
            <a:pPr indent="0" lvl="0" marL="0" marR="0" rtl="0" algn="just">
              <a:spcBef>
                <a:spcPts val="600"/>
              </a:spcBef>
              <a:spcAft>
                <a:spcPts val="0"/>
              </a:spcAft>
              <a:buNone/>
            </a:pPr>
            <a:r>
              <a:rPr lang="en-GB" sz="1000">
                <a:solidFill>
                  <a:schemeClr val="dk1"/>
                </a:solidFill>
                <a:latin typeface="Calibri"/>
                <a:ea typeface="Calibri"/>
                <a:cs typeface="Calibri"/>
                <a:sym typeface="Calibri"/>
              </a:rPr>
              <a:t>Use Format Picture/Shape &gt; Fill &gt; Tiling Options &gt; Offset to make different shapes’ graph paper line up with each other. You can enter offset changes in the window and see how they turn out on the map in real time. Especially useful for irregular shapes.</a:t>
            </a:r>
            <a:endParaRPr sz="1000">
              <a:solidFill>
                <a:schemeClr val="dk1"/>
              </a:solidFill>
              <a:latin typeface="Calibri"/>
              <a:ea typeface="Calibri"/>
              <a:cs typeface="Calibri"/>
              <a:sym typeface="Calibri"/>
            </a:endParaRPr>
          </a:p>
        </p:txBody>
      </p:sp>
      <p:sp>
        <p:nvSpPr>
          <p:cNvPr id="815" name="Google Shape;815;p2"/>
          <p:cNvSpPr/>
          <p:nvPr/>
        </p:nvSpPr>
        <p:spPr>
          <a:xfrm>
            <a:off x="7272345" y="3969069"/>
            <a:ext cx="540069" cy="540069"/>
          </a:xfrm>
          <a:prstGeom prst="rect">
            <a:avLst/>
          </a:prstGeom>
          <a:blipFill rotWithShape="1">
            <a:blip r:embed="rId3">
              <a:alphaModFix/>
            </a:blip>
            <a:tile algn="tl" flip="none" tx="0" sx="100000" ty="0" sy="100000"/>
          </a:blip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6" name="Google Shape;816;p2"/>
          <p:cNvSpPr/>
          <p:nvPr/>
        </p:nvSpPr>
        <p:spPr>
          <a:xfrm>
            <a:off x="6912299" y="5049207"/>
            <a:ext cx="1440183" cy="540069"/>
          </a:xfrm>
          <a:prstGeom prst="rect">
            <a:avLst/>
          </a:prstGeom>
          <a:blipFill rotWithShape="1">
            <a:blip r:embed="rId4">
              <a:alphaModFix/>
            </a:blip>
            <a:tile algn="tl" flip="none" tx="0" sx="100000" ty="0" sy="100000"/>
          </a:blip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 name="Google Shape;817;p2"/>
          <p:cNvSpPr/>
          <p:nvPr/>
        </p:nvSpPr>
        <p:spPr>
          <a:xfrm>
            <a:off x="7632391" y="4332312"/>
            <a:ext cx="180023" cy="837667"/>
          </a:xfrm>
          <a:prstGeom prst="rect">
            <a:avLst/>
          </a:prstGeom>
          <a:blipFill rotWithShape="1">
            <a:blip r:embed="rId4">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18" name="Google Shape;818;p2"/>
          <p:cNvCxnSpPr/>
          <p:nvPr/>
        </p:nvCxnSpPr>
        <p:spPr>
          <a:xfrm rot="-5400000">
            <a:off x="7371880" y="4779172"/>
            <a:ext cx="540069" cy="2"/>
          </a:xfrm>
          <a:prstGeom prst="straightConnector1">
            <a:avLst/>
          </a:prstGeom>
          <a:noFill/>
          <a:ln cap="flat" cmpd="sng" w="25400">
            <a:solidFill>
              <a:schemeClr val="dk1"/>
            </a:solidFill>
            <a:prstDash val="solid"/>
            <a:round/>
            <a:headEnd len="sm" w="sm" type="none"/>
            <a:tailEnd len="sm" w="sm" type="none"/>
          </a:ln>
        </p:spPr>
      </p:cxnSp>
      <p:cxnSp>
        <p:nvCxnSpPr>
          <p:cNvPr id="819" name="Google Shape;819;p2"/>
          <p:cNvCxnSpPr/>
          <p:nvPr/>
        </p:nvCxnSpPr>
        <p:spPr>
          <a:xfrm rot="-5400000">
            <a:off x="7339882" y="4582423"/>
            <a:ext cx="937248" cy="7818"/>
          </a:xfrm>
          <a:prstGeom prst="straightConnector1">
            <a:avLst/>
          </a:prstGeom>
          <a:noFill/>
          <a:ln cap="flat" cmpd="sng" w="25400">
            <a:solidFill>
              <a:schemeClr val="dk1"/>
            </a:solidFill>
            <a:prstDash val="solid"/>
            <a:round/>
            <a:headEnd len="sm" w="sm" type="none"/>
            <a:tailEnd len="sm" w="sm" type="none"/>
          </a:ln>
        </p:spPr>
      </p:cxnSp>
      <p:grpSp>
        <p:nvGrpSpPr>
          <p:cNvPr id="820" name="Google Shape;820;p2"/>
          <p:cNvGrpSpPr/>
          <p:nvPr/>
        </p:nvGrpSpPr>
        <p:grpSpPr>
          <a:xfrm rot="5400000">
            <a:off x="7367826" y="4051614"/>
            <a:ext cx="180023" cy="367188"/>
            <a:chOff x="2051678" y="2891312"/>
            <a:chExt cx="180023" cy="367189"/>
          </a:xfrm>
        </p:grpSpPr>
        <p:sp>
          <p:nvSpPr>
            <p:cNvPr id="821" name="Google Shape;821;p2"/>
            <p:cNvSpPr/>
            <p:nvPr/>
          </p:nvSpPr>
          <p:spPr>
            <a:xfrm>
              <a:off x="2051678" y="2891312"/>
              <a:ext cx="180023" cy="360046"/>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22" name="Google Shape;822;p2"/>
            <p:cNvCxnSpPr/>
            <p:nvPr/>
          </p:nvCxnSpPr>
          <p:spPr>
            <a:xfrm>
              <a:off x="2051678" y="2898455"/>
              <a:ext cx="180023" cy="0"/>
            </a:xfrm>
            <a:prstGeom prst="straightConnector1">
              <a:avLst/>
            </a:prstGeom>
            <a:noFill/>
            <a:ln cap="flat" cmpd="sng" w="9525">
              <a:solidFill>
                <a:schemeClr val="dk1"/>
              </a:solidFill>
              <a:prstDash val="solid"/>
              <a:round/>
              <a:headEnd len="sm" w="sm" type="none"/>
              <a:tailEnd len="sm" w="sm" type="none"/>
            </a:ln>
          </p:spPr>
        </p:cxnSp>
        <p:cxnSp>
          <p:nvCxnSpPr>
            <p:cNvPr id="823" name="Google Shape;823;p2"/>
            <p:cNvCxnSpPr/>
            <p:nvPr/>
          </p:nvCxnSpPr>
          <p:spPr>
            <a:xfrm>
              <a:off x="2060689" y="2940814"/>
              <a:ext cx="162000" cy="0"/>
            </a:xfrm>
            <a:prstGeom prst="straightConnector1">
              <a:avLst/>
            </a:prstGeom>
            <a:noFill/>
            <a:ln cap="flat" cmpd="sng" w="9525">
              <a:solidFill>
                <a:schemeClr val="dk1"/>
              </a:solidFill>
              <a:prstDash val="solid"/>
              <a:round/>
              <a:headEnd len="sm" w="sm" type="none"/>
              <a:tailEnd len="sm" w="sm" type="none"/>
            </a:ln>
          </p:spPr>
        </p:cxnSp>
        <p:cxnSp>
          <p:nvCxnSpPr>
            <p:cNvPr id="824" name="Google Shape;824;p2"/>
            <p:cNvCxnSpPr/>
            <p:nvPr/>
          </p:nvCxnSpPr>
          <p:spPr>
            <a:xfrm>
              <a:off x="2069690" y="2983172"/>
              <a:ext cx="144000" cy="0"/>
            </a:xfrm>
            <a:prstGeom prst="straightConnector1">
              <a:avLst/>
            </a:prstGeom>
            <a:noFill/>
            <a:ln cap="flat" cmpd="sng" w="9525">
              <a:solidFill>
                <a:schemeClr val="dk1"/>
              </a:solidFill>
              <a:prstDash val="solid"/>
              <a:round/>
              <a:headEnd len="sm" w="sm" type="none"/>
              <a:tailEnd len="sm" w="sm" type="none"/>
            </a:ln>
          </p:spPr>
        </p:cxnSp>
        <p:cxnSp>
          <p:nvCxnSpPr>
            <p:cNvPr id="825" name="Google Shape;825;p2"/>
            <p:cNvCxnSpPr/>
            <p:nvPr/>
          </p:nvCxnSpPr>
          <p:spPr>
            <a:xfrm>
              <a:off x="2078689" y="3025530"/>
              <a:ext cx="126000" cy="0"/>
            </a:xfrm>
            <a:prstGeom prst="straightConnector1">
              <a:avLst/>
            </a:prstGeom>
            <a:noFill/>
            <a:ln cap="flat" cmpd="sng" w="9525">
              <a:solidFill>
                <a:schemeClr val="dk1"/>
              </a:solidFill>
              <a:prstDash val="solid"/>
              <a:round/>
              <a:headEnd len="sm" w="sm" type="none"/>
              <a:tailEnd len="sm" w="sm" type="none"/>
            </a:ln>
          </p:spPr>
        </p:cxnSp>
        <p:cxnSp>
          <p:nvCxnSpPr>
            <p:cNvPr id="826" name="Google Shape;826;p2"/>
            <p:cNvCxnSpPr/>
            <p:nvPr/>
          </p:nvCxnSpPr>
          <p:spPr>
            <a:xfrm>
              <a:off x="2087690" y="3067889"/>
              <a:ext cx="108000" cy="0"/>
            </a:xfrm>
            <a:prstGeom prst="straightConnector1">
              <a:avLst/>
            </a:prstGeom>
            <a:noFill/>
            <a:ln cap="flat" cmpd="sng" w="9525">
              <a:solidFill>
                <a:schemeClr val="dk1"/>
              </a:solidFill>
              <a:prstDash val="solid"/>
              <a:round/>
              <a:headEnd len="sm" w="sm" type="none"/>
              <a:tailEnd len="sm" w="sm" type="none"/>
            </a:ln>
          </p:spPr>
        </p:cxnSp>
        <p:cxnSp>
          <p:nvCxnSpPr>
            <p:cNvPr id="827" name="Google Shape;827;p2"/>
            <p:cNvCxnSpPr/>
            <p:nvPr/>
          </p:nvCxnSpPr>
          <p:spPr>
            <a:xfrm>
              <a:off x="2096689" y="3110247"/>
              <a:ext cx="90000" cy="0"/>
            </a:xfrm>
            <a:prstGeom prst="straightConnector1">
              <a:avLst/>
            </a:prstGeom>
            <a:noFill/>
            <a:ln cap="flat" cmpd="sng" w="9525">
              <a:solidFill>
                <a:schemeClr val="dk1"/>
              </a:solidFill>
              <a:prstDash val="solid"/>
              <a:round/>
              <a:headEnd len="sm" w="sm" type="none"/>
              <a:tailEnd len="sm" w="sm" type="none"/>
            </a:ln>
          </p:spPr>
        </p:cxnSp>
        <p:cxnSp>
          <p:nvCxnSpPr>
            <p:cNvPr id="828" name="Google Shape;828;p2"/>
            <p:cNvCxnSpPr/>
            <p:nvPr/>
          </p:nvCxnSpPr>
          <p:spPr>
            <a:xfrm>
              <a:off x="2105690" y="3152606"/>
              <a:ext cx="72000" cy="0"/>
            </a:xfrm>
            <a:prstGeom prst="straightConnector1">
              <a:avLst/>
            </a:prstGeom>
            <a:noFill/>
            <a:ln cap="flat" cmpd="sng" w="9525">
              <a:solidFill>
                <a:schemeClr val="dk1"/>
              </a:solidFill>
              <a:prstDash val="solid"/>
              <a:round/>
              <a:headEnd len="sm" w="sm" type="none"/>
              <a:tailEnd len="sm" w="sm" type="none"/>
            </a:ln>
          </p:spPr>
        </p:cxnSp>
        <p:cxnSp>
          <p:nvCxnSpPr>
            <p:cNvPr id="829" name="Google Shape;829;p2"/>
            <p:cNvCxnSpPr/>
            <p:nvPr/>
          </p:nvCxnSpPr>
          <p:spPr>
            <a:xfrm>
              <a:off x="2114828" y="3194964"/>
              <a:ext cx="54000" cy="0"/>
            </a:xfrm>
            <a:prstGeom prst="straightConnector1">
              <a:avLst/>
            </a:prstGeom>
            <a:noFill/>
            <a:ln cap="flat" cmpd="sng" w="9525">
              <a:solidFill>
                <a:schemeClr val="dk1"/>
              </a:solidFill>
              <a:prstDash val="solid"/>
              <a:round/>
              <a:headEnd len="sm" w="sm" type="none"/>
              <a:tailEnd len="sm" w="sm" type="none"/>
            </a:ln>
          </p:spPr>
        </p:cxnSp>
        <p:cxnSp>
          <p:nvCxnSpPr>
            <p:cNvPr id="830" name="Google Shape;830;p2"/>
            <p:cNvCxnSpPr/>
            <p:nvPr/>
          </p:nvCxnSpPr>
          <p:spPr>
            <a:xfrm>
              <a:off x="2121985" y="3237322"/>
              <a:ext cx="36000" cy="0"/>
            </a:xfrm>
            <a:prstGeom prst="straightConnector1">
              <a:avLst/>
            </a:prstGeom>
            <a:noFill/>
            <a:ln cap="flat" cmpd="sng" w="9525">
              <a:solidFill>
                <a:schemeClr val="dk1"/>
              </a:solidFill>
              <a:prstDash val="solid"/>
              <a:round/>
              <a:headEnd len="sm" w="sm" type="none"/>
              <a:tailEnd len="sm" w="sm" type="none"/>
            </a:ln>
          </p:spPr>
        </p:cxnSp>
        <p:cxnSp>
          <p:nvCxnSpPr>
            <p:cNvPr id="831" name="Google Shape;831;p2"/>
            <p:cNvCxnSpPr/>
            <p:nvPr/>
          </p:nvCxnSpPr>
          <p:spPr>
            <a:xfrm>
              <a:off x="2056303" y="2919634"/>
              <a:ext cx="171022" cy="0"/>
            </a:xfrm>
            <a:prstGeom prst="straightConnector1">
              <a:avLst/>
            </a:prstGeom>
            <a:noFill/>
            <a:ln cap="flat" cmpd="sng" w="9525">
              <a:solidFill>
                <a:schemeClr val="dk1"/>
              </a:solidFill>
              <a:prstDash val="solid"/>
              <a:round/>
              <a:headEnd len="sm" w="sm" type="none"/>
              <a:tailEnd len="sm" w="sm" type="none"/>
            </a:ln>
          </p:spPr>
        </p:cxnSp>
        <p:cxnSp>
          <p:nvCxnSpPr>
            <p:cNvPr id="832" name="Google Shape;832;p2"/>
            <p:cNvCxnSpPr/>
            <p:nvPr/>
          </p:nvCxnSpPr>
          <p:spPr>
            <a:xfrm>
              <a:off x="2064864" y="2961993"/>
              <a:ext cx="153900" cy="0"/>
            </a:xfrm>
            <a:prstGeom prst="straightConnector1">
              <a:avLst/>
            </a:prstGeom>
            <a:noFill/>
            <a:ln cap="flat" cmpd="sng" w="9525">
              <a:solidFill>
                <a:schemeClr val="dk1"/>
              </a:solidFill>
              <a:prstDash val="solid"/>
              <a:round/>
              <a:headEnd len="sm" w="sm" type="none"/>
              <a:tailEnd len="sm" w="sm" type="none"/>
            </a:ln>
          </p:spPr>
        </p:cxnSp>
        <p:cxnSp>
          <p:nvCxnSpPr>
            <p:cNvPr id="833" name="Google Shape;833;p2"/>
            <p:cNvCxnSpPr/>
            <p:nvPr/>
          </p:nvCxnSpPr>
          <p:spPr>
            <a:xfrm>
              <a:off x="2073414" y="3004351"/>
              <a:ext cx="136800" cy="0"/>
            </a:xfrm>
            <a:prstGeom prst="straightConnector1">
              <a:avLst/>
            </a:prstGeom>
            <a:noFill/>
            <a:ln cap="flat" cmpd="sng" w="9525">
              <a:solidFill>
                <a:schemeClr val="dk1"/>
              </a:solidFill>
              <a:prstDash val="solid"/>
              <a:round/>
              <a:headEnd len="sm" w="sm" type="none"/>
              <a:tailEnd len="sm" w="sm" type="none"/>
            </a:ln>
          </p:spPr>
        </p:cxnSp>
        <p:cxnSp>
          <p:nvCxnSpPr>
            <p:cNvPr id="834" name="Google Shape;834;p2"/>
            <p:cNvCxnSpPr/>
            <p:nvPr/>
          </p:nvCxnSpPr>
          <p:spPr>
            <a:xfrm>
              <a:off x="2081964" y="3046709"/>
              <a:ext cx="119700" cy="0"/>
            </a:xfrm>
            <a:prstGeom prst="straightConnector1">
              <a:avLst/>
            </a:prstGeom>
            <a:noFill/>
            <a:ln cap="flat" cmpd="sng" w="9525">
              <a:solidFill>
                <a:schemeClr val="dk1"/>
              </a:solidFill>
              <a:prstDash val="solid"/>
              <a:round/>
              <a:headEnd len="sm" w="sm" type="none"/>
              <a:tailEnd len="sm" w="sm" type="none"/>
            </a:ln>
          </p:spPr>
        </p:cxnSp>
        <p:cxnSp>
          <p:nvCxnSpPr>
            <p:cNvPr id="835" name="Google Shape;835;p2"/>
            <p:cNvCxnSpPr/>
            <p:nvPr/>
          </p:nvCxnSpPr>
          <p:spPr>
            <a:xfrm>
              <a:off x="2090514" y="3089068"/>
              <a:ext cx="102600" cy="0"/>
            </a:xfrm>
            <a:prstGeom prst="straightConnector1">
              <a:avLst/>
            </a:prstGeom>
            <a:noFill/>
            <a:ln cap="flat" cmpd="sng" w="9525">
              <a:solidFill>
                <a:schemeClr val="dk1"/>
              </a:solidFill>
              <a:prstDash val="solid"/>
              <a:round/>
              <a:headEnd len="sm" w="sm" type="none"/>
              <a:tailEnd len="sm" w="sm" type="none"/>
            </a:ln>
          </p:spPr>
        </p:cxnSp>
        <p:cxnSp>
          <p:nvCxnSpPr>
            <p:cNvPr id="836" name="Google Shape;836;p2"/>
            <p:cNvCxnSpPr/>
            <p:nvPr/>
          </p:nvCxnSpPr>
          <p:spPr>
            <a:xfrm>
              <a:off x="2099064" y="3131426"/>
              <a:ext cx="85500" cy="0"/>
            </a:xfrm>
            <a:prstGeom prst="straightConnector1">
              <a:avLst/>
            </a:prstGeom>
            <a:noFill/>
            <a:ln cap="flat" cmpd="sng" w="9525">
              <a:solidFill>
                <a:schemeClr val="dk1"/>
              </a:solidFill>
              <a:prstDash val="solid"/>
              <a:round/>
              <a:headEnd len="sm" w="sm" type="none"/>
              <a:tailEnd len="sm" w="sm" type="none"/>
            </a:ln>
          </p:spPr>
        </p:cxnSp>
        <p:cxnSp>
          <p:nvCxnSpPr>
            <p:cNvPr id="837" name="Google Shape;837;p2"/>
            <p:cNvCxnSpPr/>
            <p:nvPr/>
          </p:nvCxnSpPr>
          <p:spPr>
            <a:xfrm>
              <a:off x="2107614" y="3173785"/>
              <a:ext cx="68400" cy="0"/>
            </a:xfrm>
            <a:prstGeom prst="straightConnector1">
              <a:avLst/>
            </a:prstGeom>
            <a:noFill/>
            <a:ln cap="flat" cmpd="sng" w="9525">
              <a:solidFill>
                <a:schemeClr val="dk1"/>
              </a:solidFill>
              <a:prstDash val="solid"/>
              <a:round/>
              <a:headEnd len="sm" w="sm" type="none"/>
              <a:tailEnd len="sm" w="sm" type="none"/>
            </a:ln>
          </p:spPr>
        </p:cxnSp>
        <p:cxnSp>
          <p:nvCxnSpPr>
            <p:cNvPr id="838" name="Google Shape;838;p2"/>
            <p:cNvCxnSpPr/>
            <p:nvPr/>
          </p:nvCxnSpPr>
          <p:spPr>
            <a:xfrm>
              <a:off x="2116296" y="3216143"/>
              <a:ext cx="51300" cy="0"/>
            </a:xfrm>
            <a:prstGeom prst="straightConnector1">
              <a:avLst/>
            </a:prstGeom>
            <a:noFill/>
            <a:ln cap="flat" cmpd="sng" w="9525">
              <a:solidFill>
                <a:schemeClr val="dk1"/>
              </a:solidFill>
              <a:prstDash val="solid"/>
              <a:round/>
              <a:headEnd len="sm" w="sm" type="none"/>
              <a:tailEnd len="sm" w="sm" type="none"/>
            </a:ln>
          </p:spPr>
        </p:cxnSp>
        <p:cxnSp>
          <p:nvCxnSpPr>
            <p:cNvPr id="839" name="Google Shape;839;p2"/>
            <p:cNvCxnSpPr/>
            <p:nvPr/>
          </p:nvCxnSpPr>
          <p:spPr>
            <a:xfrm>
              <a:off x="2123094" y="3258501"/>
              <a:ext cx="34200" cy="0"/>
            </a:xfrm>
            <a:prstGeom prst="straightConnector1">
              <a:avLst/>
            </a:prstGeom>
            <a:noFill/>
            <a:ln cap="flat" cmpd="sng" w="9525">
              <a:solidFill>
                <a:schemeClr val="dk1"/>
              </a:solidFill>
              <a:prstDash val="solid"/>
              <a:round/>
              <a:headEnd len="sm" w="sm" type="none"/>
              <a:tailEnd len="sm" w="sm" type="none"/>
            </a:ln>
          </p:spPr>
        </p:cxnSp>
      </p:grpSp>
      <p:grpSp>
        <p:nvGrpSpPr>
          <p:cNvPr id="840" name="Google Shape;840;p2"/>
          <p:cNvGrpSpPr/>
          <p:nvPr/>
        </p:nvGrpSpPr>
        <p:grpSpPr>
          <a:xfrm>
            <a:off x="8368043" y="3360145"/>
            <a:ext cx="144019" cy="103680"/>
            <a:chOff x="1331586" y="2528885"/>
            <a:chExt cx="180024" cy="130968"/>
          </a:xfrm>
        </p:grpSpPr>
        <p:cxnSp>
          <p:nvCxnSpPr>
            <p:cNvPr id="841" name="Google Shape;841;p2"/>
            <p:cNvCxnSpPr/>
            <p:nvPr/>
          </p:nvCxnSpPr>
          <p:spPr>
            <a:xfrm>
              <a:off x="1331586" y="2602178"/>
              <a:ext cx="180024" cy="0"/>
            </a:xfrm>
            <a:prstGeom prst="straightConnector1">
              <a:avLst/>
            </a:prstGeom>
            <a:solidFill>
              <a:schemeClr val="lt1"/>
            </a:solidFill>
            <a:ln cap="flat" cmpd="sng" w="19050">
              <a:solidFill>
                <a:schemeClr val="dk1"/>
              </a:solidFill>
              <a:prstDash val="solid"/>
              <a:round/>
              <a:headEnd len="sm" w="sm" type="none"/>
              <a:tailEnd len="sm" w="sm" type="none"/>
            </a:ln>
          </p:spPr>
        </p:cxnSp>
        <p:sp>
          <p:nvSpPr>
            <p:cNvPr id="842" name="Google Shape;842;p2"/>
            <p:cNvSpPr/>
            <p:nvPr/>
          </p:nvSpPr>
          <p:spPr>
            <a:xfrm>
              <a:off x="1392870" y="2528885"/>
              <a:ext cx="61912" cy="130968"/>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843" name="Google Shape;843;p2"/>
            <p:cNvSpPr/>
            <p:nvPr/>
          </p:nvSpPr>
          <p:spPr>
            <a:xfrm>
              <a:off x="1381535" y="2543171"/>
              <a:ext cx="76933" cy="1085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44" name="Google Shape;844;p2"/>
            <p:cNvCxnSpPr/>
            <p:nvPr/>
          </p:nvCxnSpPr>
          <p:spPr>
            <a:xfrm rot="5400000">
              <a:off x="1328681" y="2601514"/>
              <a:ext cx="90488" cy="2381"/>
            </a:xfrm>
            <a:prstGeom prst="straightConnector1">
              <a:avLst/>
            </a:prstGeom>
            <a:noFill/>
            <a:ln cap="flat" cmpd="sng" w="19050">
              <a:solidFill>
                <a:schemeClr val="dk1"/>
              </a:solidFill>
              <a:prstDash val="solid"/>
              <a:round/>
              <a:headEnd len="sm" w="sm" type="none"/>
              <a:tailEnd len="sm" w="sm" type="none"/>
            </a:ln>
          </p:spPr>
        </p:cxnSp>
        <p:cxnSp>
          <p:nvCxnSpPr>
            <p:cNvPr id="845" name="Google Shape;845;p2"/>
            <p:cNvCxnSpPr/>
            <p:nvPr/>
          </p:nvCxnSpPr>
          <p:spPr>
            <a:xfrm rot="5400000">
              <a:off x="1429017" y="2601515"/>
              <a:ext cx="90488" cy="2381"/>
            </a:xfrm>
            <a:prstGeom prst="straightConnector1">
              <a:avLst/>
            </a:prstGeom>
            <a:noFill/>
            <a:ln cap="flat" cmpd="sng" w="19050">
              <a:solidFill>
                <a:schemeClr val="dk1"/>
              </a:solidFill>
              <a:prstDash val="solid"/>
              <a:round/>
              <a:headEnd len="sm" w="sm" type="none"/>
              <a:tailEnd len="sm" w="sm" type="none"/>
            </a:ln>
          </p:spPr>
        </p:cxnSp>
      </p:grpSp>
      <p:grpSp>
        <p:nvGrpSpPr>
          <p:cNvPr id="846" name="Google Shape;846;p2"/>
          <p:cNvGrpSpPr/>
          <p:nvPr/>
        </p:nvGrpSpPr>
        <p:grpSpPr>
          <a:xfrm rot="5400000">
            <a:off x="7792178" y="4017869"/>
            <a:ext cx="70011" cy="84774"/>
            <a:chOff x="9948863" y="1583531"/>
            <a:chExt cx="88106" cy="78582"/>
          </a:xfrm>
        </p:grpSpPr>
        <p:sp>
          <p:nvSpPr>
            <p:cNvPr id="847" name="Google Shape;847;p2"/>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848" name="Google Shape;848;p2"/>
            <p:cNvCxnSpPr/>
            <p:nvPr/>
          </p:nvCxnSpPr>
          <p:spPr>
            <a:xfrm>
              <a:off x="9948863" y="1608536"/>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849" name="Google Shape;849;p2"/>
          <p:cNvGrpSpPr/>
          <p:nvPr/>
        </p:nvGrpSpPr>
        <p:grpSpPr>
          <a:xfrm>
            <a:off x="6884633" y="5342800"/>
            <a:ext cx="266296" cy="272637"/>
            <a:chOff x="5271591" y="3748423"/>
            <a:chExt cx="266296" cy="272637"/>
          </a:xfrm>
        </p:grpSpPr>
        <p:grpSp>
          <p:nvGrpSpPr>
            <p:cNvPr id="850" name="Google Shape;850;p2"/>
            <p:cNvGrpSpPr/>
            <p:nvPr/>
          </p:nvGrpSpPr>
          <p:grpSpPr>
            <a:xfrm>
              <a:off x="5292092" y="3789047"/>
              <a:ext cx="227127" cy="232013"/>
              <a:chOff x="5292092" y="3789047"/>
              <a:chExt cx="227127" cy="232013"/>
            </a:xfrm>
          </p:grpSpPr>
          <p:sp>
            <p:nvSpPr>
              <p:cNvPr id="851" name="Google Shape;851;p2"/>
              <p:cNvSpPr/>
              <p:nvPr/>
            </p:nvSpPr>
            <p:spPr>
              <a:xfrm>
                <a:off x="5320107" y="3814876"/>
                <a:ext cx="170467" cy="179691"/>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2" name="Google Shape;852;p2"/>
              <p:cNvSpPr/>
              <p:nvPr/>
            </p:nvSpPr>
            <p:spPr>
              <a:xfrm>
                <a:off x="5320107" y="3814876"/>
                <a:ext cx="170467" cy="179691"/>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853" name="Google Shape;853;p2"/>
              <p:cNvGrpSpPr/>
              <p:nvPr/>
            </p:nvGrpSpPr>
            <p:grpSpPr>
              <a:xfrm rot="1380000">
                <a:off x="5320422" y="3815208"/>
                <a:ext cx="170467" cy="179691"/>
                <a:chOff x="5850862" y="10351320"/>
                <a:chExt cx="720096" cy="720096"/>
              </a:xfrm>
            </p:grpSpPr>
            <p:sp>
              <p:nvSpPr>
                <p:cNvPr id="854" name="Google Shape;854;p2"/>
                <p:cNvSpPr/>
                <p:nvPr/>
              </p:nvSpPr>
              <p:spPr>
                <a:xfrm>
                  <a:off x="5850862" y="10351320"/>
                  <a:ext cx="720096" cy="720096"/>
                </a:xfrm>
                <a:prstGeom prst="flowChartOr">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5" name="Google Shape;855;p2"/>
                <p:cNvSpPr/>
                <p:nvPr/>
              </p:nvSpPr>
              <p:spPr>
                <a:xfrm>
                  <a:off x="5850862" y="10351320"/>
                  <a:ext cx="720096" cy="720096"/>
                </a:xfrm>
                <a:prstGeom prst="flowChartSummingJunction">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56" name="Google Shape;856;p2"/>
              <p:cNvSpPr/>
              <p:nvPr/>
            </p:nvSpPr>
            <p:spPr>
              <a:xfrm>
                <a:off x="5319680" y="3815209"/>
                <a:ext cx="170466" cy="17969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 name="Google Shape;857;p2"/>
              <p:cNvSpPr/>
              <p:nvPr/>
            </p:nvSpPr>
            <p:spPr>
              <a:xfrm rot="5400000">
                <a:off x="5302691" y="3873224"/>
                <a:ext cx="78060" cy="61711"/>
              </a:xfrm>
              <a:prstGeom prst="trapezoid">
                <a:avLst>
                  <a:gd fmla="val 4096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8" name="Google Shape;858;p2"/>
              <p:cNvSpPr/>
              <p:nvPr/>
            </p:nvSpPr>
            <p:spPr>
              <a:xfrm rot="-1282801">
                <a:off x="5324823" y="3917061"/>
                <a:ext cx="64143" cy="13756"/>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9" name="Google Shape;859;p2"/>
              <p:cNvSpPr/>
              <p:nvPr/>
            </p:nvSpPr>
            <p:spPr>
              <a:xfrm>
                <a:off x="5377623" y="3875379"/>
                <a:ext cx="54333" cy="56633"/>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
          <p:nvSpPr>
            <p:cNvPr id="860" name="Google Shape;860;p2"/>
            <p:cNvSpPr/>
            <p:nvPr/>
          </p:nvSpPr>
          <p:spPr>
            <a:xfrm rot="-4100497">
              <a:off x="5309600" y="3770294"/>
              <a:ext cx="190278" cy="210964"/>
            </a:xfrm>
            <a:prstGeom prst="arc">
              <a:avLst>
                <a:gd fmla="val 16129076" name="adj1"/>
                <a:gd fmla="val 3068516" name="adj2"/>
              </a:avLst>
            </a:prstGeom>
            <a:noFill/>
            <a:ln cap="flat" cmpd="sng" w="9525">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61" name="Google Shape;861;p2"/>
          <p:cNvSpPr/>
          <p:nvPr/>
        </p:nvSpPr>
        <p:spPr>
          <a:xfrm>
            <a:off x="7280161" y="2896747"/>
            <a:ext cx="97563" cy="1210237"/>
          </a:xfrm>
          <a:prstGeom prst="rect">
            <a:avLst/>
          </a:prstGeom>
          <a:blipFill rotWithShape="1">
            <a:blip r:embed="rId4">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62" name="Google Shape;862;p2"/>
          <p:cNvCxnSpPr/>
          <p:nvPr/>
        </p:nvCxnSpPr>
        <p:spPr>
          <a:xfrm rot="-5400000">
            <a:off x="6737140" y="3429000"/>
            <a:ext cx="1080138" cy="0"/>
          </a:xfrm>
          <a:prstGeom prst="straightConnector1">
            <a:avLst/>
          </a:prstGeom>
          <a:noFill/>
          <a:ln cap="flat" cmpd="sng" w="28575">
            <a:solidFill>
              <a:schemeClr val="dk1"/>
            </a:solidFill>
            <a:prstDash val="solid"/>
            <a:round/>
            <a:headEnd len="sm" w="sm" type="none"/>
            <a:tailEnd len="sm" w="sm" type="none"/>
          </a:ln>
        </p:spPr>
      </p:cxnSp>
      <p:cxnSp>
        <p:nvCxnSpPr>
          <p:cNvPr id="863" name="Google Shape;863;p2"/>
          <p:cNvCxnSpPr/>
          <p:nvPr/>
        </p:nvCxnSpPr>
        <p:spPr>
          <a:xfrm flipH="1" rot="5400000">
            <a:off x="6818873" y="3428992"/>
            <a:ext cx="1104731" cy="5154"/>
          </a:xfrm>
          <a:prstGeom prst="straightConnector1">
            <a:avLst/>
          </a:prstGeom>
          <a:noFill/>
          <a:ln cap="flat" cmpd="sng" w="28575">
            <a:solidFill>
              <a:schemeClr val="dk1"/>
            </a:solidFill>
            <a:prstDash val="solid"/>
            <a:round/>
            <a:headEnd len="sm" w="sm" type="none"/>
            <a:tailEnd len="sm" w="sm" type="none"/>
          </a:ln>
        </p:spPr>
      </p:cxnSp>
      <p:sp>
        <p:nvSpPr>
          <p:cNvPr id="864" name="Google Shape;864;p2"/>
          <p:cNvSpPr/>
          <p:nvPr/>
        </p:nvSpPr>
        <p:spPr>
          <a:xfrm>
            <a:off x="6955775" y="2367086"/>
            <a:ext cx="882735" cy="669982"/>
          </a:xfrm>
          <a:custGeom>
            <a:rect b="b" l="l" r="r" t="t"/>
            <a:pathLst>
              <a:path extrusionOk="0" h="669982" w="882735">
                <a:moveTo>
                  <a:pt x="315532" y="644224"/>
                </a:moveTo>
                <a:cubicBezTo>
                  <a:pt x="309093" y="646370"/>
                  <a:pt x="303002" y="650663"/>
                  <a:pt x="296214" y="650663"/>
                </a:cubicBezTo>
                <a:cubicBezTo>
                  <a:pt x="267435" y="650663"/>
                  <a:pt x="271441" y="644316"/>
                  <a:pt x="257577" y="624906"/>
                </a:cubicBezTo>
                <a:cubicBezTo>
                  <a:pt x="251339" y="616173"/>
                  <a:pt x="244212" y="608078"/>
                  <a:pt x="238259" y="599148"/>
                </a:cubicBezTo>
                <a:cubicBezTo>
                  <a:pt x="199397" y="540854"/>
                  <a:pt x="226301" y="554378"/>
                  <a:pt x="186744" y="541193"/>
                </a:cubicBezTo>
                <a:cubicBezTo>
                  <a:pt x="180304" y="543339"/>
                  <a:pt x="173206" y="544074"/>
                  <a:pt x="167425" y="547632"/>
                </a:cubicBezTo>
                <a:cubicBezTo>
                  <a:pt x="143212" y="562532"/>
                  <a:pt x="104998" y="586484"/>
                  <a:pt x="83713" y="612027"/>
                </a:cubicBezTo>
                <a:cubicBezTo>
                  <a:pt x="78759" y="617972"/>
                  <a:pt x="74295" y="624423"/>
                  <a:pt x="70834" y="631345"/>
                </a:cubicBezTo>
                <a:cubicBezTo>
                  <a:pt x="67798" y="637416"/>
                  <a:pt x="66541" y="644224"/>
                  <a:pt x="64394" y="650663"/>
                </a:cubicBezTo>
                <a:cubicBezTo>
                  <a:pt x="55808" y="648517"/>
                  <a:pt x="46142" y="648914"/>
                  <a:pt x="38637" y="644224"/>
                </a:cubicBezTo>
                <a:cubicBezTo>
                  <a:pt x="28340" y="637789"/>
                  <a:pt x="19937" y="628347"/>
                  <a:pt x="12879" y="618466"/>
                </a:cubicBezTo>
                <a:cubicBezTo>
                  <a:pt x="7377" y="610763"/>
                  <a:pt x="676" y="570332"/>
                  <a:pt x="0" y="566951"/>
                </a:cubicBezTo>
                <a:cubicBezTo>
                  <a:pt x="2146" y="541193"/>
                  <a:pt x="1370" y="515022"/>
                  <a:pt x="6439" y="489677"/>
                </a:cubicBezTo>
                <a:cubicBezTo>
                  <a:pt x="7957" y="482088"/>
                  <a:pt x="15857" y="477281"/>
                  <a:pt x="19318" y="470359"/>
                </a:cubicBezTo>
                <a:cubicBezTo>
                  <a:pt x="43710" y="421576"/>
                  <a:pt x="17618" y="452741"/>
                  <a:pt x="51515" y="418844"/>
                </a:cubicBezTo>
                <a:cubicBezTo>
                  <a:pt x="65102" y="378086"/>
                  <a:pt x="45356" y="418683"/>
                  <a:pt x="90152" y="393086"/>
                </a:cubicBezTo>
                <a:cubicBezTo>
                  <a:pt x="96872" y="389246"/>
                  <a:pt x="98738" y="380207"/>
                  <a:pt x="103031" y="373768"/>
                </a:cubicBezTo>
                <a:cubicBezTo>
                  <a:pt x="100885" y="367328"/>
                  <a:pt x="100357" y="360097"/>
                  <a:pt x="96592" y="354449"/>
                </a:cubicBezTo>
                <a:cubicBezTo>
                  <a:pt x="82811" y="333777"/>
                  <a:pt x="78208" y="335443"/>
                  <a:pt x="57955" y="328692"/>
                </a:cubicBezTo>
                <a:cubicBezTo>
                  <a:pt x="13846" y="284583"/>
                  <a:pt x="29421" y="305210"/>
                  <a:pt x="6439" y="270737"/>
                </a:cubicBezTo>
                <a:cubicBezTo>
                  <a:pt x="8586" y="249272"/>
                  <a:pt x="6057" y="226807"/>
                  <a:pt x="12879" y="206342"/>
                </a:cubicBezTo>
                <a:cubicBezTo>
                  <a:pt x="15326" y="199000"/>
                  <a:pt x="25478" y="197303"/>
                  <a:pt x="32197" y="193463"/>
                </a:cubicBezTo>
                <a:cubicBezTo>
                  <a:pt x="54477" y="180731"/>
                  <a:pt x="55600" y="181369"/>
                  <a:pt x="77273" y="174145"/>
                </a:cubicBezTo>
                <a:cubicBezTo>
                  <a:pt x="121558" y="144622"/>
                  <a:pt x="101226" y="153282"/>
                  <a:pt x="135228" y="141948"/>
                </a:cubicBezTo>
                <a:cubicBezTo>
                  <a:pt x="202044" y="97403"/>
                  <a:pt x="98616" y="165203"/>
                  <a:pt x="180304" y="116190"/>
                </a:cubicBezTo>
                <a:cubicBezTo>
                  <a:pt x="206727" y="100336"/>
                  <a:pt x="221218" y="88724"/>
                  <a:pt x="244699" y="71114"/>
                </a:cubicBezTo>
                <a:cubicBezTo>
                  <a:pt x="257142" y="33783"/>
                  <a:pt x="250201" y="35404"/>
                  <a:pt x="276896" y="13159"/>
                </a:cubicBezTo>
                <a:cubicBezTo>
                  <a:pt x="282841" y="8205"/>
                  <a:pt x="289775" y="4573"/>
                  <a:pt x="296214" y="280"/>
                </a:cubicBezTo>
                <a:cubicBezTo>
                  <a:pt x="304800" y="2427"/>
                  <a:pt x="316212" y="0"/>
                  <a:pt x="321972" y="6720"/>
                </a:cubicBezTo>
                <a:cubicBezTo>
                  <a:pt x="330807" y="17027"/>
                  <a:pt x="334851" y="45356"/>
                  <a:pt x="334851" y="45356"/>
                </a:cubicBezTo>
                <a:cubicBezTo>
                  <a:pt x="336997" y="90432"/>
                  <a:pt x="333218" y="136185"/>
                  <a:pt x="341290" y="180584"/>
                </a:cubicBezTo>
                <a:cubicBezTo>
                  <a:pt x="342504" y="187262"/>
                  <a:pt x="353820" y="187024"/>
                  <a:pt x="360608" y="187024"/>
                </a:cubicBezTo>
                <a:cubicBezTo>
                  <a:pt x="410024" y="187024"/>
                  <a:pt x="459346" y="182731"/>
                  <a:pt x="508715" y="180584"/>
                </a:cubicBezTo>
                <a:cubicBezTo>
                  <a:pt x="523741" y="174145"/>
                  <a:pt x="538978" y="168179"/>
                  <a:pt x="553792" y="161266"/>
                </a:cubicBezTo>
                <a:cubicBezTo>
                  <a:pt x="571189" y="153147"/>
                  <a:pt x="586481" y="139273"/>
                  <a:pt x="605307" y="135508"/>
                </a:cubicBezTo>
                <a:lnTo>
                  <a:pt x="637504" y="129069"/>
                </a:lnTo>
                <a:cubicBezTo>
                  <a:pt x="643944" y="124776"/>
                  <a:pt x="650103" y="112350"/>
                  <a:pt x="656823" y="116190"/>
                </a:cubicBezTo>
                <a:cubicBezTo>
                  <a:pt x="670262" y="123870"/>
                  <a:pt x="673994" y="141948"/>
                  <a:pt x="682580" y="154827"/>
                </a:cubicBezTo>
                <a:cubicBezTo>
                  <a:pt x="699225" y="179795"/>
                  <a:pt x="693011" y="166801"/>
                  <a:pt x="701899" y="193463"/>
                </a:cubicBezTo>
                <a:cubicBezTo>
                  <a:pt x="704045" y="232100"/>
                  <a:pt x="697503" y="272225"/>
                  <a:pt x="708338" y="309373"/>
                </a:cubicBezTo>
                <a:cubicBezTo>
                  <a:pt x="713438" y="326858"/>
                  <a:pt x="734874" y="334397"/>
                  <a:pt x="746975" y="348010"/>
                </a:cubicBezTo>
                <a:cubicBezTo>
                  <a:pt x="752117" y="353794"/>
                  <a:pt x="754382" y="361856"/>
                  <a:pt x="759854" y="367328"/>
                </a:cubicBezTo>
                <a:cubicBezTo>
                  <a:pt x="790608" y="398082"/>
                  <a:pt x="790797" y="359011"/>
                  <a:pt x="830687" y="418844"/>
                </a:cubicBezTo>
                <a:cubicBezTo>
                  <a:pt x="849212" y="446631"/>
                  <a:pt x="863875" y="466894"/>
                  <a:pt x="875763" y="502556"/>
                </a:cubicBezTo>
                <a:lnTo>
                  <a:pt x="882203" y="521875"/>
                </a:lnTo>
                <a:cubicBezTo>
                  <a:pt x="880056" y="545486"/>
                  <a:pt x="882735" y="570048"/>
                  <a:pt x="875763" y="592708"/>
                </a:cubicBezTo>
                <a:cubicBezTo>
                  <a:pt x="873487" y="600105"/>
                  <a:pt x="862390" y="600632"/>
                  <a:pt x="856445" y="605587"/>
                </a:cubicBezTo>
                <a:cubicBezTo>
                  <a:pt x="849449" y="611417"/>
                  <a:pt x="844704" y="619854"/>
                  <a:pt x="837127" y="624906"/>
                </a:cubicBezTo>
                <a:cubicBezTo>
                  <a:pt x="831479" y="628671"/>
                  <a:pt x="824047" y="628671"/>
                  <a:pt x="817808" y="631345"/>
                </a:cubicBezTo>
                <a:cubicBezTo>
                  <a:pt x="808985" y="635126"/>
                  <a:pt x="800637" y="639931"/>
                  <a:pt x="792051" y="644224"/>
                </a:cubicBezTo>
                <a:cubicBezTo>
                  <a:pt x="768440" y="639931"/>
                  <a:pt x="744292" y="637938"/>
                  <a:pt x="721217" y="631345"/>
                </a:cubicBezTo>
                <a:cubicBezTo>
                  <a:pt x="713776" y="629219"/>
                  <a:pt x="708197" y="622964"/>
                  <a:pt x="701899" y="618466"/>
                </a:cubicBezTo>
                <a:cubicBezTo>
                  <a:pt x="672984" y="597813"/>
                  <a:pt x="680227" y="603234"/>
                  <a:pt x="656823" y="579830"/>
                </a:cubicBezTo>
                <a:cubicBezTo>
                  <a:pt x="650404" y="560573"/>
                  <a:pt x="649057" y="549746"/>
                  <a:pt x="631065" y="534753"/>
                </a:cubicBezTo>
                <a:cubicBezTo>
                  <a:pt x="625850" y="530408"/>
                  <a:pt x="618186" y="530460"/>
                  <a:pt x="611746" y="528314"/>
                </a:cubicBezTo>
                <a:cubicBezTo>
                  <a:pt x="576574" y="551763"/>
                  <a:pt x="602872" y="528520"/>
                  <a:pt x="579549" y="579830"/>
                </a:cubicBezTo>
                <a:cubicBezTo>
                  <a:pt x="574370" y="591224"/>
                  <a:pt x="566309" y="601086"/>
                  <a:pt x="560231" y="612027"/>
                </a:cubicBezTo>
                <a:cubicBezTo>
                  <a:pt x="555569" y="620418"/>
                  <a:pt x="551133" y="628961"/>
                  <a:pt x="547352" y="637784"/>
                </a:cubicBezTo>
                <a:cubicBezTo>
                  <a:pt x="544678" y="644023"/>
                  <a:pt x="545153" y="651802"/>
                  <a:pt x="540913" y="657103"/>
                </a:cubicBezTo>
                <a:cubicBezTo>
                  <a:pt x="536078" y="663147"/>
                  <a:pt x="528034" y="665689"/>
                  <a:pt x="521594" y="669982"/>
                </a:cubicBezTo>
                <a:lnTo>
                  <a:pt x="482958" y="657103"/>
                </a:lnTo>
                <a:lnTo>
                  <a:pt x="463639" y="650663"/>
                </a:lnTo>
                <a:cubicBezTo>
                  <a:pt x="453750" y="635828"/>
                  <a:pt x="452179" y="624906"/>
                  <a:pt x="431442" y="624906"/>
                </a:cubicBezTo>
                <a:cubicBezTo>
                  <a:pt x="424654" y="624906"/>
                  <a:pt x="412124" y="631345"/>
                  <a:pt x="412124" y="631345"/>
                </a:cubicBezTo>
              </a:path>
            </a:pathLst>
          </a:custGeom>
          <a:blipFill rotWithShape="1">
            <a:blip r:embed="rId4">
              <a:alphaModFix/>
            </a:blip>
            <a:tile algn="r" flip="none" tx="-25400" sx="100000" ty="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65" name="Google Shape;865;p2"/>
          <p:cNvCxnSpPr/>
          <p:nvPr/>
        </p:nvCxnSpPr>
        <p:spPr>
          <a:xfrm rot="5400000">
            <a:off x="6989411" y="2792182"/>
            <a:ext cx="180023" cy="0"/>
          </a:xfrm>
          <a:prstGeom prst="straightConnector1">
            <a:avLst/>
          </a:prstGeom>
          <a:noFill/>
          <a:ln cap="flat" cmpd="sng" w="19050">
            <a:solidFill>
              <a:srgbClr val="000000"/>
            </a:solidFill>
            <a:prstDash val="dot"/>
            <a:round/>
            <a:headEnd len="sm" w="sm" type="none"/>
            <a:tailEnd len="sm" w="sm" type="none"/>
          </a:ln>
        </p:spPr>
      </p:cxnSp>
      <p:cxnSp>
        <p:nvCxnSpPr>
          <p:cNvPr id="866" name="Google Shape;866;p2"/>
          <p:cNvCxnSpPr/>
          <p:nvPr/>
        </p:nvCxnSpPr>
        <p:spPr>
          <a:xfrm rot="5400000">
            <a:off x="6989411" y="2600705"/>
            <a:ext cx="180023" cy="0"/>
          </a:xfrm>
          <a:prstGeom prst="straightConnector1">
            <a:avLst/>
          </a:prstGeom>
          <a:noFill/>
          <a:ln cap="flat" cmpd="sng" w="19050">
            <a:solidFill>
              <a:srgbClr val="000000"/>
            </a:solidFill>
            <a:prstDash val="dot"/>
            <a:round/>
            <a:headEnd len="sm" w="sm" type="none"/>
            <a:tailEnd len="sm" w="sm" type="none"/>
          </a:ln>
        </p:spPr>
      </p:cxnSp>
      <p:grpSp>
        <p:nvGrpSpPr>
          <p:cNvPr id="867" name="Google Shape;867;p2"/>
          <p:cNvGrpSpPr/>
          <p:nvPr/>
        </p:nvGrpSpPr>
        <p:grpSpPr>
          <a:xfrm rot="10800000">
            <a:off x="7398805" y="2549200"/>
            <a:ext cx="56057" cy="180000"/>
            <a:chOff x="4515943" y="3231039"/>
            <a:chExt cx="56057" cy="180000"/>
          </a:xfrm>
        </p:grpSpPr>
        <p:cxnSp>
          <p:nvCxnSpPr>
            <p:cNvPr id="868" name="Google Shape;868;p2"/>
            <p:cNvCxnSpPr/>
            <p:nvPr/>
          </p:nvCxnSpPr>
          <p:spPr>
            <a:xfrm rot="5400000">
              <a:off x="4426754" y="3321039"/>
              <a:ext cx="180000" cy="0"/>
            </a:xfrm>
            <a:prstGeom prst="straightConnector1">
              <a:avLst/>
            </a:prstGeom>
            <a:noFill/>
            <a:ln cap="flat" cmpd="sng" w="19050">
              <a:solidFill>
                <a:schemeClr val="dk1"/>
              </a:solidFill>
              <a:prstDash val="solid"/>
              <a:round/>
              <a:headEnd len="sm" w="sm" type="none"/>
              <a:tailEnd len="sm" w="sm" type="none"/>
            </a:ln>
          </p:spPr>
        </p:cxnSp>
        <p:cxnSp>
          <p:nvCxnSpPr>
            <p:cNvPr id="869" name="Google Shape;869;p2"/>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870" name="Google Shape;870;p2"/>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871" name="Google Shape;871;p2"/>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872" name="Google Shape;872;p2"/>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873" name="Google Shape;873;p2"/>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874" name="Google Shape;874;p2"/>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875" name="Google Shape;875;p2"/>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876" name="Google Shape;876;p2"/>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grpSp>
        <p:nvGrpSpPr>
          <p:cNvPr id="877" name="Google Shape;877;p2"/>
          <p:cNvGrpSpPr/>
          <p:nvPr/>
        </p:nvGrpSpPr>
        <p:grpSpPr>
          <a:xfrm rot="9000000">
            <a:off x="7458201" y="2725876"/>
            <a:ext cx="56057" cy="180000"/>
            <a:chOff x="4515943" y="3231039"/>
            <a:chExt cx="56057" cy="180000"/>
          </a:xfrm>
        </p:grpSpPr>
        <p:cxnSp>
          <p:nvCxnSpPr>
            <p:cNvPr id="878" name="Google Shape;878;p2"/>
            <p:cNvCxnSpPr/>
            <p:nvPr/>
          </p:nvCxnSpPr>
          <p:spPr>
            <a:xfrm rot="5400000">
              <a:off x="4426754" y="3321039"/>
              <a:ext cx="180000" cy="0"/>
            </a:xfrm>
            <a:prstGeom prst="straightConnector1">
              <a:avLst/>
            </a:prstGeom>
            <a:noFill/>
            <a:ln cap="flat" cmpd="sng" w="19050">
              <a:solidFill>
                <a:schemeClr val="dk1"/>
              </a:solidFill>
              <a:prstDash val="solid"/>
              <a:round/>
              <a:headEnd len="sm" w="sm" type="none"/>
              <a:tailEnd len="sm" w="sm" type="none"/>
            </a:ln>
          </p:spPr>
        </p:cxnSp>
        <p:cxnSp>
          <p:nvCxnSpPr>
            <p:cNvPr id="879" name="Google Shape;879;p2"/>
            <p:cNvCxnSpPr/>
            <p:nvPr/>
          </p:nvCxnSpPr>
          <p:spPr>
            <a:xfrm>
              <a:off x="4517909" y="3234978"/>
              <a:ext cx="54091" cy="0"/>
            </a:xfrm>
            <a:prstGeom prst="straightConnector1">
              <a:avLst/>
            </a:prstGeom>
            <a:noFill/>
            <a:ln cap="flat" cmpd="sng" w="9525">
              <a:solidFill>
                <a:schemeClr val="dk1"/>
              </a:solidFill>
              <a:prstDash val="solid"/>
              <a:round/>
              <a:headEnd len="sm" w="sm" type="none"/>
              <a:tailEnd len="sm" w="sm" type="none"/>
            </a:ln>
          </p:spPr>
        </p:cxnSp>
        <p:cxnSp>
          <p:nvCxnSpPr>
            <p:cNvPr id="880" name="Google Shape;880;p2"/>
            <p:cNvCxnSpPr/>
            <p:nvPr/>
          </p:nvCxnSpPr>
          <p:spPr>
            <a:xfrm>
              <a:off x="4517909" y="3259086"/>
              <a:ext cx="54091" cy="0"/>
            </a:xfrm>
            <a:prstGeom prst="straightConnector1">
              <a:avLst/>
            </a:prstGeom>
            <a:noFill/>
            <a:ln cap="flat" cmpd="sng" w="9525">
              <a:solidFill>
                <a:schemeClr val="dk1"/>
              </a:solidFill>
              <a:prstDash val="solid"/>
              <a:round/>
              <a:headEnd len="sm" w="sm" type="none"/>
              <a:tailEnd len="sm" w="sm" type="none"/>
            </a:ln>
          </p:spPr>
        </p:cxnSp>
        <p:cxnSp>
          <p:nvCxnSpPr>
            <p:cNvPr id="881" name="Google Shape;881;p2"/>
            <p:cNvCxnSpPr/>
            <p:nvPr/>
          </p:nvCxnSpPr>
          <p:spPr>
            <a:xfrm>
              <a:off x="4517909" y="3306573"/>
              <a:ext cx="54091" cy="0"/>
            </a:xfrm>
            <a:prstGeom prst="straightConnector1">
              <a:avLst/>
            </a:prstGeom>
            <a:noFill/>
            <a:ln cap="flat" cmpd="sng" w="9525">
              <a:solidFill>
                <a:schemeClr val="dk1"/>
              </a:solidFill>
              <a:prstDash val="solid"/>
              <a:round/>
              <a:headEnd len="sm" w="sm" type="none"/>
              <a:tailEnd len="sm" w="sm" type="none"/>
            </a:ln>
          </p:spPr>
        </p:cxnSp>
        <p:cxnSp>
          <p:nvCxnSpPr>
            <p:cNvPr id="882" name="Google Shape;882;p2"/>
            <p:cNvCxnSpPr/>
            <p:nvPr/>
          </p:nvCxnSpPr>
          <p:spPr>
            <a:xfrm>
              <a:off x="4517909" y="3281737"/>
              <a:ext cx="54091" cy="0"/>
            </a:xfrm>
            <a:prstGeom prst="straightConnector1">
              <a:avLst/>
            </a:prstGeom>
            <a:noFill/>
            <a:ln cap="flat" cmpd="sng" w="9525">
              <a:solidFill>
                <a:schemeClr val="dk1"/>
              </a:solidFill>
              <a:prstDash val="solid"/>
              <a:round/>
              <a:headEnd len="sm" w="sm" type="none"/>
              <a:tailEnd len="sm" w="sm" type="none"/>
            </a:ln>
          </p:spPr>
        </p:cxnSp>
        <p:cxnSp>
          <p:nvCxnSpPr>
            <p:cNvPr id="883" name="Google Shape;883;p2"/>
            <p:cNvCxnSpPr/>
            <p:nvPr/>
          </p:nvCxnSpPr>
          <p:spPr>
            <a:xfrm>
              <a:off x="4515943" y="3330901"/>
              <a:ext cx="54091" cy="0"/>
            </a:xfrm>
            <a:prstGeom prst="straightConnector1">
              <a:avLst/>
            </a:prstGeom>
            <a:noFill/>
            <a:ln cap="flat" cmpd="sng" w="9525">
              <a:solidFill>
                <a:schemeClr val="dk1"/>
              </a:solidFill>
              <a:prstDash val="solid"/>
              <a:round/>
              <a:headEnd len="sm" w="sm" type="none"/>
              <a:tailEnd len="sm" w="sm" type="none"/>
            </a:ln>
          </p:spPr>
        </p:cxnSp>
        <p:cxnSp>
          <p:nvCxnSpPr>
            <p:cNvPr id="884" name="Google Shape;884;p2"/>
            <p:cNvCxnSpPr/>
            <p:nvPr/>
          </p:nvCxnSpPr>
          <p:spPr>
            <a:xfrm>
              <a:off x="4515944" y="3357391"/>
              <a:ext cx="54091" cy="0"/>
            </a:xfrm>
            <a:prstGeom prst="straightConnector1">
              <a:avLst/>
            </a:prstGeom>
            <a:noFill/>
            <a:ln cap="flat" cmpd="sng" w="9525">
              <a:solidFill>
                <a:schemeClr val="dk1"/>
              </a:solidFill>
              <a:prstDash val="solid"/>
              <a:round/>
              <a:headEnd len="sm" w="sm" type="none"/>
              <a:tailEnd len="sm" w="sm" type="none"/>
            </a:ln>
          </p:spPr>
        </p:cxnSp>
        <p:cxnSp>
          <p:nvCxnSpPr>
            <p:cNvPr id="885" name="Google Shape;885;p2"/>
            <p:cNvCxnSpPr/>
            <p:nvPr/>
          </p:nvCxnSpPr>
          <p:spPr>
            <a:xfrm>
              <a:off x="4515943" y="3404878"/>
              <a:ext cx="54091" cy="0"/>
            </a:xfrm>
            <a:prstGeom prst="straightConnector1">
              <a:avLst/>
            </a:prstGeom>
            <a:noFill/>
            <a:ln cap="flat" cmpd="sng" w="9525">
              <a:solidFill>
                <a:schemeClr val="dk1"/>
              </a:solidFill>
              <a:prstDash val="solid"/>
              <a:round/>
              <a:headEnd len="sm" w="sm" type="none"/>
              <a:tailEnd len="sm" w="sm" type="none"/>
            </a:ln>
          </p:spPr>
        </p:cxnSp>
        <p:cxnSp>
          <p:nvCxnSpPr>
            <p:cNvPr id="886" name="Google Shape;886;p2"/>
            <p:cNvCxnSpPr/>
            <p:nvPr/>
          </p:nvCxnSpPr>
          <p:spPr>
            <a:xfrm>
              <a:off x="4515944" y="3382423"/>
              <a:ext cx="54091" cy="0"/>
            </a:xfrm>
            <a:prstGeom prst="straightConnector1">
              <a:avLst/>
            </a:prstGeom>
            <a:noFill/>
            <a:ln cap="flat" cmpd="sng" w="9525">
              <a:solidFill>
                <a:schemeClr val="dk1"/>
              </a:solidFill>
              <a:prstDash val="solid"/>
              <a:round/>
              <a:headEnd len="sm" w="sm" type="none"/>
              <a:tailEnd len="sm" w="sm" type="none"/>
            </a:ln>
          </p:spPr>
        </p:cxnSp>
      </p:grpSp>
      <p:sp>
        <p:nvSpPr>
          <p:cNvPr id="887" name="Google Shape;887;p2"/>
          <p:cNvSpPr/>
          <p:nvPr/>
        </p:nvSpPr>
        <p:spPr>
          <a:xfrm>
            <a:off x="8411272" y="3122163"/>
            <a:ext cx="88866" cy="90000"/>
          </a:xfrm>
          <a:prstGeom prst="ellipse">
            <a:avLst/>
          </a:prstGeom>
          <a:blipFill rotWithShape="1">
            <a:blip r:embed="rId5">
              <a:alphaModFix/>
            </a:blip>
            <a:tile algn="tl" flip="none" tx="0" sx="100000" ty="0" sy="100000"/>
          </a:blipFill>
          <a:ln cap="flat" cmpd="thickThin"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
        <p:nvSpPr>
          <p:cNvPr id="888" name="Google Shape;888;p2"/>
          <p:cNvSpPr/>
          <p:nvPr/>
        </p:nvSpPr>
        <p:spPr>
          <a:xfrm>
            <a:off x="7080194" y="1037741"/>
            <a:ext cx="1733606" cy="907175"/>
          </a:xfrm>
          <a:custGeom>
            <a:rect b="b" l="l" r="r" t="t"/>
            <a:pathLst>
              <a:path extrusionOk="0" h="914400" w="1743840">
                <a:moveTo>
                  <a:pt x="740048" y="760652"/>
                </a:moveTo>
                <a:lnTo>
                  <a:pt x="594392" y="712100"/>
                </a:lnTo>
                <a:cubicBezTo>
                  <a:pt x="500978" y="680962"/>
                  <a:pt x="578640" y="704324"/>
                  <a:pt x="351631" y="695916"/>
                </a:cubicBezTo>
                <a:cubicBezTo>
                  <a:pt x="348934" y="687824"/>
                  <a:pt x="347354" y="679269"/>
                  <a:pt x="343539" y="671639"/>
                </a:cubicBezTo>
                <a:cubicBezTo>
                  <a:pt x="339190" y="662940"/>
                  <a:pt x="330431" y="656589"/>
                  <a:pt x="327355" y="647363"/>
                </a:cubicBezTo>
                <a:cubicBezTo>
                  <a:pt x="322166" y="631798"/>
                  <a:pt x="322821" y="614828"/>
                  <a:pt x="319262" y="598811"/>
                </a:cubicBezTo>
                <a:cubicBezTo>
                  <a:pt x="317412" y="590484"/>
                  <a:pt x="313020" y="582862"/>
                  <a:pt x="311170" y="574535"/>
                </a:cubicBezTo>
                <a:cubicBezTo>
                  <a:pt x="300396" y="526051"/>
                  <a:pt x="313305" y="528118"/>
                  <a:pt x="278802" y="493615"/>
                </a:cubicBezTo>
                <a:cubicBezTo>
                  <a:pt x="247181" y="461994"/>
                  <a:pt x="220102" y="479844"/>
                  <a:pt x="173606" y="461246"/>
                </a:cubicBezTo>
                <a:cubicBezTo>
                  <a:pt x="97995" y="431001"/>
                  <a:pt x="147635" y="446097"/>
                  <a:pt x="19857" y="436970"/>
                </a:cubicBezTo>
                <a:cubicBezTo>
                  <a:pt x="22554" y="418089"/>
                  <a:pt x="27949" y="399399"/>
                  <a:pt x="27949" y="380326"/>
                </a:cubicBezTo>
                <a:cubicBezTo>
                  <a:pt x="27949" y="339362"/>
                  <a:pt x="0" y="177280"/>
                  <a:pt x="36041" y="105197"/>
                </a:cubicBezTo>
                <a:cubicBezTo>
                  <a:pt x="42865" y="91549"/>
                  <a:pt x="59254" y="85036"/>
                  <a:pt x="68409" y="72829"/>
                </a:cubicBezTo>
                <a:cubicBezTo>
                  <a:pt x="75647" y="63179"/>
                  <a:pt x="77187" y="49983"/>
                  <a:pt x="84593" y="40461"/>
                </a:cubicBezTo>
                <a:cubicBezTo>
                  <a:pt x="96303" y="25405"/>
                  <a:pt x="125054" y="0"/>
                  <a:pt x="125054" y="0"/>
                </a:cubicBezTo>
                <a:cubicBezTo>
                  <a:pt x="179001" y="2697"/>
                  <a:pt x="233067" y="3606"/>
                  <a:pt x="286894" y="8092"/>
                </a:cubicBezTo>
                <a:cubicBezTo>
                  <a:pt x="300436" y="9221"/>
                  <a:pt x="329498" y="19597"/>
                  <a:pt x="343539" y="24277"/>
                </a:cubicBezTo>
                <a:cubicBezTo>
                  <a:pt x="365607" y="46345"/>
                  <a:pt x="372501" y="55528"/>
                  <a:pt x="400183" y="72829"/>
                </a:cubicBezTo>
                <a:cubicBezTo>
                  <a:pt x="410412" y="79222"/>
                  <a:pt x="421762" y="83618"/>
                  <a:pt x="432551" y="89013"/>
                </a:cubicBezTo>
                <a:cubicBezTo>
                  <a:pt x="455107" y="122848"/>
                  <a:pt x="460673" y="138072"/>
                  <a:pt x="489195" y="161841"/>
                </a:cubicBezTo>
                <a:cubicBezTo>
                  <a:pt x="496666" y="168067"/>
                  <a:pt x="505379" y="172630"/>
                  <a:pt x="513471" y="178025"/>
                </a:cubicBezTo>
                <a:cubicBezTo>
                  <a:pt x="524260" y="175328"/>
                  <a:pt x="536728" y="176311"/>
                  <a:pt x="545839" y="169933"/>
                </a:cubicBezTo>
                <a:cubicBezTo>
                  <a:pt x="564590" y="156808"/>
                  <a:pt x="575348" y="134077"/>
                  <a:pt x="594392" y="121381"/>
                </a:cubicBezTo>
                <a:lnTo>
                  <a:pt x="618668" y="105197"/>
                </a:lnTo>
                <a:cubicBezTo>
                  <a:pt x="637549" y="107894"/>
                  <a:pt x="657043" y="107808"/>
                  <a:pt x="675312" y="113289"/>
                </a:cubicBezTo>
                <a:cubicBezTo>
                  <a:pt x="684627" y="116084"/>
                  <a:pt x="690889" y="125124"/>
                  <a:pt x="699588" y="129473"/>
                </a:cubicBezTo>
                <a:cubicBezTo>
                  <a:pt x="712580" y="135969"/>
                  <a:pt x="726561" y="140262"/>
                  <a:pt x="740048" y="145657"/>
                </a:cubicBezTo>
                <a:cubicBezTo>
                  <a:pt x="745379" y="161649"/>
                  <a:pt x="750064" y="182801"/>
                  <a:pt x="764324" y="194209"/>
                </a:cubicBezTo>
                <a:cubicBezTo>
                  <a:pt x="770985" y="199538"/>
                  <a:pt x="780509" y="199604"/>
                  <a:pt x="788601" y="202301"/>
                </a:cubicBezTo>
                <a:cubicBezTo>
                  <a:pt x="796693" y="207696"/>
                  <a:pt x="803938" y="214654"/>
                  <a:pt x="812877" y="218485"/>
                </a:cubicBezTo>
                <a:cubicBezTo>
                  <a:pt x="823099" y="222866"/>
                  <a:pt x="836195" y="220113"/>
                  <a:pt x="845245" y="226577"/>
                </a:cubicBezTo>
                <a:cubicBezTo>
                  <a:pt x="856220" y="234416"/>
                  <a:pt x="859984" y="249409"/>
                  <a:pt x="869521" y="258946"/>
                </a:cubicBezTo>
                <a:cubicBezTo>
                  <a:pt x="889796" y="279221"/>
                  <a:pt x="911711" y="297875"/>
                  <a:pt x="934257" y="315590"/>
                </a:cubicBezTo>
                <a:cubicBezTo>
                  <a:pt x="991452" y="360529"/>
                  <a:pt x="977491" y="334548"/>
                  <a:pt x="1031362" y="388418"/>
                </a:cubicBezTo>
                <a:cubicBezTo>
                  <a:pt x="1038239" y="395295"/>
                  <a:pt x="1041320" y="405223"/>
                  <a:pt x="1047546" y="412694"/>
                </a:cubicBezTo>
                <a:cubicBezTo>
                  <a:pt x="1054872" y="421485"/>
                  <a:pt x="1063730" y="428878"/>
                  <a:pt x="1071822" y="436970"/>
                </a:cubicBezTo>
                <a:cubicBezTo>
                  <a:pt x="1101493" y="431575"/>
                  <a:pt x="1132997" y="432385"/>
                  <a:pt x="1160834" y="420786"/>
                </a:cubicBezTo>
                <a:cubicBezTo>
                  <a:pt x="1168708" y="417505"/>
                  <a:pt x="1163598" y="403171"/>
                  <a:pt x="1168926" y="396510"/>
                </a:cubicBezTo>
                <a:cubicBezTo>
                  <a:pt x="1184386" y="377185"/>
                  <a:pt x="1197932" y="382007"/>
                  <a:pt x="1217478" y="372234"/>
                </a:cubicBezTo>
                <a:cubicBezTo>
                  <a:pt x="1226177" y="367885"/>
                  <a:pt x="1233663" y="361445"/>
                  <a:pt x="1241755" y="356050"/>
                </a:cubicBezTo>
                <a:cubicBezTo>
                  <a:pt x="1260636" y="358747"/>
                  <a:pt x="1280970" y="356396"/>
                  <a:pt x="1298399" y="364142"/>
                </a:cubicBezTo>
                <a:cubicBezTo>
                  <a:pt x="1307286" y="368092"/>
                  <a:pt x="1310234" y="379719"/>
                  <a:pt x="1314583" y="388418"/>
                </a:cubicBezTo>
                <a:cubicBezTo>
                  <a:pt x="1318398" y="396047"/>
                  <a:pt x="1318860" y="405065"/>
                  <a:pt x="1322675" y="412694"/>
                </a:cubicBezTo>
                <a:cubicBezTo>
                  <a:pt x="1327024" y="421393"/>
                  <a:pt x="1334510" y="428271"/>
                  <a:pt x="1338859" y="436970"/>
                </a:cubicBezTo>
                <a:cubicBezTo>
                  <a:pt x="1342674" y="444599"/>
                  <a:pt x="1341623" y="454585"/>
                  <a:pt x="1346951" y="461246"/>
                </a:cubicBezTo>
                <a:cubicBezTo>
                  <a:pt x="1353026" y="468840"/>
                  <a:pt x="1363362" y="471711"/>
                  <a:pt x="1371227" y="477431"/>
                </a:cubicBezTo>
                <a:cubicBezTo>
                  <a:pt x="1393041" y="493296"/>
                  <a:pt x="1410374" y="517453"/>
                  <a:pt x="1435963" y="525983"/>
                </a:cubicBezTo>
                <a:cubicBezTo>
                  <a:pt x="1459102" y="533696"/>
                  <a:pt x="1467204" y="537086"/>
                  <a:pt x="1492608" y="542167"/>
                </a:cubicBezTo>
                <a:cubicBezTo>
                  <a:pt x="1508697" y="545385"/>
                  <a:pt x="1524976" y="547562"/>
                  <a:pt x="1541160" y="550259"/>
                </a:cubicBezTo>
                <a:cubicBezTo>
                  <a:pt x="1579169" y="600937"/>
                  <a:pt x="1555899" y="573090"/>
                  <a:pt x="1613988" y="631179"/>
                </a:cubicBezTo>
                <a:cubicBezTo>
                  <a:pt x="1624777" y="641968"/>
                  <a:pt x="1633272" y="655697"/>
                  <a:pt x="1646356" y="663547"/>
                </a:cubicBezTo>
                <a:lnTo>
                  <a:pt x="1686816" y="687823"/>
                </a:lnTo>
                <a:cubicBezTo>
                  <a:pt x="1727448" y="748770"/>
                  <a:pt x="1679741" y="671314"/>
                  <a:pt x="1711093" y="744468"/>
                </a:cubicBezTo>
                <a:cubicBezTo>
                  <a:pt x="1714924" y="753407"/>
                  <a:pt x="1722928" y="760045"/>
                  <a:pt x="1727277" y="768744"/>
                </a:cubicBezTo>
                <a:cubicBezTo>
                  <a:pt x="1731092" y="776373"/>
                  <a:pt x="1743840" y="792023"/>
                  <a:pt x="1735369" y="793020"/>
                </a:cubicBezTo>
                <a:cubicBezTo>
                  <a:pt x="1687075" y="798702"/>
                  <a:pt x="1638264" y="787625"/>
                  <a:pt x="1589712" y="784928"/>
                </a:cubicBezTo>
                <a:cubicBezTo>
                  <a:pt x="1578923" y="782231"/>
                  <a:pt x="1568037" y="779891"/>
                  <a:pt x="1557344" y="776836"/>
                </a:cubicBezTo>
                <a:cubicBezTo>
                  <a:pt x="1549142" y="774493"/>
                  <a:pt x="1541598" y="768744"/>
                  <a:pt x="1533068" y="768744"/>
                </a:cubicBezTo>
                <a:cubicBezTo>
                  <a:pt x="1524538" y="768744"/>
                  <a:pt x="1516884" y="774139"/>
                  <a:pt x="1508792" y="776836"/>
                </a:cubicBezTo>
                <a:cubicBezTo>
                  <a:pt x="1491565" y="880198"/>
                  <a:pt x="1519512" y="781425"/>
                  <a:pt x="1468332" y="849664"/>
                </a:cubicBezTo>
                <a:cubicBezTo>
                  <a:pt x="1459616" y="861284"/>
                  <a:pt x="1460590" y="878304"/>
                  <a:pt x="1452147" y="890124"/>
                </a:cubicBezTo>
                <a:cubicBezTo>
                  <a:pt x="1442343" y="903850"/>
                  <a:pt x="1418180" y="909538"/>
                  <a:pt x="1403595" y="914400"/>
                </a:cubicBezTo>
                <a:cubicBezTo>
                  <a:pt x="1387411" y="909005"/>
                  <a:pt x="1367106" y="910279"/>
                  <a:pt x="1355043" y="898216"/>
                </a:cubicBezTo>
                <a:cubicBezTo>
                  <a:pt x="1315798" y="858971"/>
                  <a:pt x="1335371" y="874312"/>
                  <a:pt x="1298399" y="849664"/>
                </a:cubicBezTo>
                <a:cubicBezTo>
                  <a:pt x="1295702" y="841572"/>
                  <a:pt x="1294122" y="833017"/>
                  <a:pt x="1290307" y="825388"/>
                </a:cubicBezTo>
                <a:cubicBezTo>
                  <a:pt x="1280499" y="805771"/>
                  <a:pt x="1270445" y="793755"/>
                  <a:pt x="1249847" y="784928"/>
                </a:cubicBezTo>
                <a:cubicBezTo>
                  <a:pt x="1239625" y="780547"/>
                  <a:pt x="1228268" y="779533"/>
                  <a:pt x="1217478" y="776836"/>
                </a:cubicBezTo>
                <a:cubicBezTo>
                  <a:pt x="1182413" y="779533"/>
                  <a:pt x="1147021" y="779443"/>
                  <a:pt x="1112282" y="784928"/>
                </a:cubicBezTo>
                <a:cubicBezTo>
                  <a:pt x="1095431" y="787589"/>
                  <a:pt x="1063730" y="801112"/>
                  <a:pt x="1063730" y="801112"/>
                </a:cubicBezTo>
                <a:cubicBezTo>
                  <a:pt x="994678" y="755078"/>
                  <a:pt x="1031667" y="768769"/>
                  <a:pt x="934257" y="760652"/>
                </a:cubicBezTo>
                <a:cubicBezTo>
                  <a:pt x="928881" y="760204"/>
                  <a:pt x="923468" y="760652"/>
                  <a:pt x="918073" y="760652"/>
                </a:cubicBezTo>
              </a:path>
            </a:pathLst>
          </a:custGeom>
          <a:blipFill rotWithShape="1">
            <a:blip r:embed="rId4">
              <a:alphaModFix/>
            </a:blip>
            <a:tile algn="r" flip="none" tx="-76200" sx="100000" ty="-2540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9" name="Google Shape;889;p2"/>
          <p:cNvSpPr/>
          <p:nvPr/>
        </p:nvSpPr>
        <p:spPr>
          <a:xfrm>
            <a:off x="7251390" y="1160688"/>
            <a:ext cx="775909" cy="492181"/>
          </a:xfrm>
          <a:custGeom>
            <a:rect b="b" l="l" r="r" t="t"/>
            <a:pathLst>
              <a:path extrusionOk="0" h="492181" w="775909">
                <a:moveTo>
                  <a:pt x="492688" y="441535"/>
                </a:moveTo>
                <a:cubicBezTo>
                  <a:pt x="477853" y="430746"/>
                  <a:pt x="442967" y="416479"/>
                  <a:pt x="419860" y="401075"/>
                </a:cubicBezTo>
                <a:cubicBezTo>
                  <a:pt x="410338" y="394727"/>
                  <a:pt x="404895" y="383451"/>
                  <a:pt x="395583" y="376799"/>
                </a:cubicBezTo>
                <a:cubicBezTo>
                  <a:pt x="385767" y="369788"/>
                  <a:pt x="372737" y="368021"/>
                  <a:pt x="363215" y="360615"/>
                </a:cubicBezTo>
                <a:cubicBezTo>
                  <a:pt x="293478" y="306374"/>
                  <a:pt x="351245" y="329651"/>
                  <a:pt x="298479" y="312062"/>
                </a:cubicBezTo>
                <a:cubicBezTo>
                  <a:pt x="287690" y="295878"/>
                  <a:pt x="284564" y="269661"/>
                  <a:pt x="266111" y="263510"/>
                </a:cubicBezTo>
                <a:cubicBezTo>
                  <a:pt x="258019" y="260813"/>
                  <a:pt x="249291" y="259560"/>
                  <a:pt x="241835" y="255418"/>
                </a:cubicBezTo>
                <a:cubicBezTo>
                  <a:pt x="224832" y="245972"/>
                  <a:pt x="212584" y="225463"/>
                  <a:pt x="193283" y="223050"/>
                </a:cubicBezTo>
                <a:lnTo>
                  <a:pt x="128546" y="214958"/>
                </a:lnTo>
                <a:cubicBezTo>
                  <a:pt x="120454" y="212261"/>
                  <a:pt x="111676" y="211098"/>
                  <a:pt x="104270" y="206866"/>
                </a:cubicBezTo>
                <a:cubicBezTo>
                  <a:pt x="92560" y="200175"/>
                  <a:pt x="82877" y="190429"/>
                  <a:pt x="71902" y="182590"/>
                </a:cubicBezTo>
                <a:cubicBezTo>
                  <a:pt x="63988" y="176937"/>
                  <a:pt x="55718" y="171801"/>
                  <a:pt x="47626" y="166406"/>
                </a:cubicBezTo>
                <a:cubicBezTo>
                  <a:pt x="31373" y="142027"/>
                  <a:pt x="27577" y="138508"/>
                  <a:pt x="15258" y="109762"/>
                </a:cubicBezTo>
                <a:cubicBezTo>
                  <a:pt x="11898" y="101922"/>
                  <a:pt x="9863" y="93577"/>
                  <a:pt x="7166" y="85485"/>
                </a:cubicBezTo>
                <a:cubicBezTo>
                  <a:pt x="9863" y="66604"/>
                  <a:pt x="0" y="40285"/>
                  <a:pt x="15258" y="28841"/>
                </a:cubicBezTo>
                <a:cubicBezTo>
                  <a:pt x="53713" y="0"/>
                  <a:pt x="134710" y="16039"/>
                  <a:pt x="177098" y="20749"/>
                </a:cubicBezTo>
                <a:cubicBezTo>
                  <a:pt x="181714" y="34596"/>
                  <a:pt x="187931" y="60338"/>
                  <a:pt x="201375" y="69301"/>
                </a:cubicBezTo>
                <a:cubicBezTo>
                  <a:pt x="210629" y="75470"/>
                  <a:pt x="223050" y="74338"/>
                  <a:pt x="233743" y="77393"/>
                </a:cubicBezTo>
                <a:cubicBezTo>
                  <a:pt x="241945" y="79736"/>
                  <a:pt x="249927" y="82788"/>
                  <a:pt x="258019" y="85485"/>
                </a:cubicBezTo>
                <a:cubicBezTo>
                  <a:pt x="263414" y="90880"/>
                  <a:pt x="267379" y="98258"/>
                  <a:pt x="274203" y="101670"/>
                </a:cubicBezTo>
                <a:cubicBezTo>
                  <a:pt x="345988" y="137564"/>
                  <a:pt x="467079" y="123627"/>
                  <a:pt x="525056" y="125946"/>
                </a:cubicBezTo>
                <a:cubicBezTo>
                  <a:pt x="533148" y="128643"/>
                  <a:pt x="541130" y="131695"/>
                  <a:pt x="549332" y="134038"/>
                </a:cubicBezTo>
                <a:cubicBezTo>
                  <a:pt x="560025" y="137093"/>
                  <a:pt x="571537" y="137613"/>
                  <a:pt x="581700" y="142130"/>
                </a:cubicBezTo>
                <a:cubicBezTo>
                  <a:pt x="596072" y="148518"/>
                  <a:pt x="609362" y="157264"/>
                  <a:pt x="622160" y="166406"/>
                </a:cubicBezTo>
                <a:cubicBezTo>
                  <a:pt x="628368" y="170840"/>
                  <a:pt x="632387" y="177824"/>
                  <a:pt x="638345" y="182590"/>
                </a:cubicBezTo>
                <a:cubicBezTo>
                  <a:pt x="645939" y="188665"/>
                  <a:pt x="655392" y="192268"/>
                  <a:pt x="662621" y="198774"/>
                </a:cubicBezTo>
                <a:cubicBezTo>
                  <a:pt x="682469" y="216637"/>
                  <a:pt x="700384" y="236537"/>
                  <a:pt x="719265" y="255418"/>
                </a:cubicBezTo>
                <a:cubicBezTo>
                  <a:pt x="730054" y="266207"/>
                  <a:pt x="738937" y="279322"/>
                  <a:pt x="751633" y="287786"/>
                </a:cubicBezTo>
                <a:lnTo>
                  <a:pt x="775909" y="303970"/>
                </a:lnTo>
                <a:cubicBezTo>
                  <a:pt x="773212" y="341733"/>
                  <a:pt x="774396" y="379976"/>
                  <a:pt x="767817" y="417259"/>
                </a:cubicBezTo>
                <a:cubicBezTo>
                  <a:pt x="766127" y="426836"/>
                  <a:pt x="757859" y="434064"/>
                  <a:pt x="751633" y="441535"/>
                </a:cubicBezTo>
                <a:cubicBezTo>
                  <a:pt x="744307" y="450326"/>
                  <a:pt x="737361" y="460253"/>
                  <a:pt x="727357" y="465811"/>
                </a:cubicBezTo>
                <a:cubicBezTo>
                  <a:pt x="679891" y="492181"/>
                  <a:pt x="601805" y="487128"/>
                  <a:pt x="557424" y="490087"/>
                </a:cubicBezTo>
                <a:cubicBezTo>
                  <a:pt x="549332" y="487390"/>
                  <a:pt x="540777" y="485810"/>
                  <a:pt x="533148" y="481995"/>
                </a:cubicBezTo>
                <a:cubicBezTo>
                  <a:pt x="524449" y="477646"/>
                  <a:pt x="517211" y="470815"/>
                  <a:pt x="508872" y="465811"/>
                </a:cubicBezTo>
                <a:cubicBezTo>
                  <a:pt x="503700" y="462708"/>
                  <a:pt x="507523" y="452324"/>
                  <a:pt x="492688" y="441535"/>
                </a:cubicBezTo>
                <a:close/>
              </a:path>
            </a:pathLst>
          </a:custGeom>
          <a:solidFill>
            <a:schemeClr val="accent1">
              <a:alpha val="49804"/>
            </a:schemeClr>
          </a:solidFill>
          <a:ln cap="flat" cmpd="sng" w="19050">
            <a:solidFill>
              <a:srgbClr val="4A7D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0" name="Google Shape;890;p2"/>
          <p:cNvSpPr/>
          <p:nvPr/>
        </p:nvSpPr>
        <p:spPr>
          <a:xfrm>
            <a:off x="7237579" y="5367793"/>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1" name="Google Shape;891;p2"/>
          <p:cNvSpPr/>
          <p:nvPr/>
        </p:nvSpPr>
        <p:spPr>
          <a:xfrm>
            <a:off x="7415380" y="5367793"/>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2"/>
          <p:cNvSpPr/>
          <p:nvPr/>
        </p:nvSpPr>
        <p:spPr>
          <a:xfrm>
            <a:off x="7593181" y="5367793"/>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3" name="Google Shape;893;p2"/>
          <p:cNvSpPr/>
          <p:nvPr/>
        </p:nvSpPr>
        <p:spPr>
          <a:xfrm>
            <a:off x="7236231" y="5187671"/>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4" name="Google Shape;894;p2"/>
          <p:cNvSpPr/>
          <p:nvPr/>
        </p:nvSpPr>
        <p:spPr>
          <a:xfrm>
            <a:off x="7414032" y="5187671"/>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p2"/>
          <p:cNvSpPr/>
          <p:nvPr/>
        </p:nvSpPr>
        <p:spPr>
          <a:xfrm>
            <a:off x="7591833" y="5187671"/>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96" name="Google Shape;896;p2"/>
          <p:cNvCxnSpPr/>
          <p:nvPr/>
        </p:nvCxnSpPr>
        <p:spPr>
          <a:xfrm flipH="1">
            <a:off x="8188488" y="1471258"/>
            <a:ext cx="8044" cy="361265"/>
          </a:xfrm>
          <a:prstGeom prst="straightConnector1">
            <a:avLst/>
          </a:prstGeom>
          <a:noFill/>
          <a:ln cap="flat" cmpd="sng" w="28575">
            <a:solidFill>
              <a:schemeClr val="dk1"/>
            </a:solidFill>
            <a:prstDash val="solid"/>
            <a:round/>
            <a:headEnd len="sm" w="sm" type="none"/>
            <a:tailEnd len="sm" w="sm" type="none"/>
          </a:ln>
        </p:spPr>
      </p:cxnSp>
      <p:grpSp>
        <p:nvGrpSpPr>
          <p:cNvPr id="897" name="Google Shape;897;p2"/>
          <p:cNvGrpSpPr/>
          <p:nvPr/>
        </p:nvGrpSpPr>
        <p:grpSpPr>
          <a:xfrm rot="5400000">
            <a:off x="8113889" y="1582616"/>
            <a:ext cx="180175" cy="90465"/>
            <a:chOff x="5434772" y="1916832"/>
            <a:chExt cx="180175" cy="90465"/>
          </a:xfrm>
        </p:grpSpPr>
        <p:grpSp>
          <p:nvGrpSpPr>
            <p:cNvPr id="898" name="Google Shape;898;p2"/>
            <p:cNvGrpSpPr/>
            <p:nvPr/>
          </p:nvGrpSpPr>
          <p:grpSpPr>
            <a:xfrm>
              <a:off x="5434772" y="1916832"/>
              <a:ext cx="90000" cy="90000"/>
              <a:chOff x="9948863" y="1583531"/>
              <a:chExt cx="88106" cy="78582"/>
            </a:xfrm>
          </p:grpSpPr>
          <p:sp>
            <p:nvSpPr>
              <p:cNvPr id="899" name="Google Shape;899;p2"/>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900" name="Google Shape;900;p2"/>
              <p:cNvCxnSpPr/>
              <p:nvPr/>
            </p:nvCxnSpPr>
            <p:spPr>
              <a:xfrm>
                <a:off x="9948863" y="1611171"/>
                <a:ext cx="88106" cy="0"/>
              </a:xfrm>
              <a:prstGeom prst="straightConnector1">
                <a:avLst/>
              </a:prstGeom>
              <a:noFill/>
              <a:ln cap="flat" cmpd="sng" w="9525">
                <a:solidFill>
                  <a:schemeClr val="dk1"/>
                </a:solidFill>
                <a:prstDash val="solid"/>
                <a:round/>
                <a:headEnd len="sm" w="sm" type="none"/>
                <a:tailEnd len="sm" w="sm" type="none"/>
              </a:ln>
            </p:spPr>
          </p:cxnSp>
        </p:grpSp>
        <p:grpSp>
          <p:nvGrpSpPr>
            <p:cNvPr id="901" name="Google Shape;901;p2"/>
            <p:cNvGrpSpPr/>
            <p:nvPr/>
          </p:nvGrpSpPr>
          <p:grpSpPr>
            <a:xfrm flipH="1">
              <a:off x="5524947" y="1917297"/>
              <a:ext cx="90000" cy="90000"/>
              <a:chOff x="9948863" y="1583531"/>
              <a:chExt cx="88106" cy="78582"/>
            </a:xfrm>
          </p:grpSpPr>
          <p:sp>
            <p:nvSpPr>
              <p:cNvPr id="902" name="Google Shape;902;p2"/>
              <p:cNvSpPr/>
              <p:nvPr/>
            </p:nvSpPr>
            <p:spPr>
              <a:xfrm>
                <a:off x="9948863" y="1583531"/>
                <a:ext cx="88106" cy="78582"/>
              </a:xfrm>
              <a:prstGeom prst="flowChartManualInpu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cxnSp>
            <p:nvCxnSpPr>
              <p:cNvPr id="903" name="Google Shape;903;p2"/>
              <p:cNvCxnSpPr/>
              <p:nvPr/>
            </p:nvCxnSpPr>
            <p:spPr>
              <a:xfrm>
                <a:off x="9948863" y="1612705"/>
                <a:ext cx="88106" cy="0"/>
              </a:xfrm>
              <a:prstGeom prst="straightConnector1">
                <a:avLst/>
              </a:prstGeom>
              <a:noFill/>
              <a:ln cap="flat" cmpd="sng" w="9525">
                <a:solidFill>
                  <a:schemeClr val="dk1"/>
                </a:solidFill>
                <a:prstDash val="solid"/>
                <a:round/>
                <a:headEnd len="sm" w="sm" type="none"/>
                <a:tailEnd len="sm" w="sm" type="none"/>
              </a:ln>
            </p:spPr>
          </p:cxnSp>
        </p:grpSp>
      </p:grpSp>
      <p:sp>
        <p:nvSpPr>
          <p:cNvPr id="904" name="Google Shape;904;p2"/>
          <p:cNvSpPr txBox="1"/>
          <p:nvPr/>
        </p:nvSpPr>
        <p:spPr>
          <a:xfrm>
            <a:off x="7604198" y="5206567"/>
            <a:ext cx="42817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905" name="Google Shape;905;p2"/>
          <p:cNvSpPr txBox="1"/>
          <p:nvPr/>
        </p:nvSpPr>
        <p:spPr>
          <a:xfrm>
            <a:off x="7592472" y="4109173"/>
            <a:ext cx="42817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906" name="Google Shape;906;p2"/>
          <p:cNvSpPr txBox="1"/>
          <p:nvPr/>
        </p:nvSpPr>
        <p:spPr>
          <a:xfrm>
            <a:off x="7222354" y="2657699"/>
            <a:ext cx="2416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907" name="Google Shape;907;p2"/>
          <p:cNvSpPr txBox="1"/>
          <p:nvPr/>
        </p:nvSpPr>
        <p:spPr>
          <a:xfrm>
            <a:off x="6892150" y="2479855"/>
            <a:ext cx="241613"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908" name="Google Shape;908;p2"/>
          <p:cNvSpPr txBox="1"/>
          <p:nvPr/>
        </p:nvSpPr>
        <p:spPr>
          <a:xfrm>
            <a:off x="7418287" y="2490697"/>
            <a:ext cx="241613"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Calibri"/>
                <a:ea typeface="Calibri"/>
                <a:cs typeface="Calibri"/>
                <a:sym typeface="Calibri"/>
              </a:rPr>
              <a:t>B</a:t>
            </a:r>
            <a:endParaRPr sz="1000">
              <a:solidFill>
                <a:schemeClr val="dk1"/>
              </a:solidFill>
              <a:latin typeface="Calibri"/>
              <a:ea typeface="Calibri"/>
              <a:cs typeface="Calibri"/>
              <a:sym typeface="Calibri"/>
            </a:endParaRPr>
          </a:p>
        </p:txBody>
      </p:sp>
      <p:sp>
        <p:nvSpPr>
          <p:cNvPr id="909" name="Google Shape;909;p2"/>
          <p:cNvSpPr txBox="1"/>
          <p:nvPr/>
        </p:nvSpPr>
        <p:spPr>
          <a:xfrm>
            <a:off x="8162154" y="3013299"/>
            <a:ext cx="2416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a:t>
            </a:r>
            <a:endParaRPr sz="1200">
              <a:solidFill>
                <a:schemeClr val="dk1"/>
              </a:solidFill>
              <a:latin typeface="Calibri"/>
              <a:ea typeface="Calibri"/>
              <a:cs typeface="Calibri"/>
              <a:sym typeface="Calibri"/>
            </a:endParaRPr>
          </a:p>
        </p:txBody>
      </p:sp>
      <p:sp>
        <p:nvSpPr>
          <p:cNvPr id="910" name="Google Shape;910;p2"/>
          <p:cNvSpPr txBox="1"/>
          <p:nvPr/>
        </p:nvSpPr>
        <p:spPr>
          <a:xfrm>
            <a:off x="7782072" y="1600743"/>
            <a:ext cx="2416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u="sng">
                <a:solidFill>
                  <a:schemeClr val="dk1"/>
                </a:solidFill>
                <a:latin typeface="Calibri"/>
                <a:ea typeface="Calibri"/>
                <a:cs typeface="Calibri"/>
                <a:sym typeface="Calibri"/>
              </a:rPr>
              <a:t>5</a:t>
            </a:r>
            <a:endParaRPr sz="1200" u="sng">
              <a:solidFill>
                <a:schemeClr val="dk1"/>
              </a:solidFill>
              <a:latin typeface="Calibri"/>
              <a:ea typeface="Calibri"/>
              <a:cs typeface="Calibri"/>
              <a:sym typeface="Calibri"/>
            </a:endParaRPr>
          </a:p>
        </p:txBody>
      </p:sp>
      <p:sp>
        <p:nvSpPr>
          <p:cNvPr id="911" name="Google Shape;911;p2"/>
          <p:cNvSpPr txBox="1"/>
          <p:nvPr/>
        </p:nvSpPr>
        <p:spPr>
          <a:xfrm>
            <a:off x="8328495" y="1594863"/>
            <a:ext cx="2416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u="sng">
                <a:solidFill>
                  <a:schemeClr val="dk1"/>
                </a:solidFill>
                <a:latin typeface="Calibri"/>
                <a:ea typeface="Calibri"/>
                <a:cs typeface="Calibri"/>
                <a:sym typeface="Calibri"/>
              </a:rPr>
              <a:t>6</a:t>
            </a:r>
            <a:endParaRPr sz="1200" u="sng">
              <a:solidFill>
                <a:schemeClr val="dk1"/>
              </a:solidFill>
              <a:latin typeface="Calibri"/>
              <a:ea typeface="Calibri"/>
              <a:cs typeface="Calibri"/>
              <a:sym typeface="Calibri"/>
            </a:endParaRPr>
          </a:p>
        </p:txBody>
      </p:sp>
      <p:sp>
        <p:nvSpPr>
          <p:cNvPr id="912" name="Google Shape;912;p2"/>
          <p:cNvSpPr txBox="1"/>
          <p:nvPr/>
        </p:nvSpPr>
        <p:spPr>
          <a:xfrm>
            <a:off x="7575245" y="1234249"/>
            <a:ext cx="2416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nvGrpSpPr>
          <p:cNvPr id="913" name="Google Shape;913;p2"/>
          <p:cNvGrpSpPr/>
          <p:nvPr/>
        </p:nvGrpSpPr>
        <p:grpSpPr>
          <a:xfrm>
            <a:off x="7029397" y="2976649"/>
            <a:ext cx="207646" cy="207646"/>
            <a:chOff x="2471502" y="3068954"/>
            <a:chExt cx="3420437" cy="3420437"/>
          </a:xfrm>
        </p:grpSpPr>
        <p:sp>
          <p:nvSpPr>
            <p:cNvPr id="914" name="Google Shape;914;p2"/>
            <p:cNvSpPr/>
            <p:nvPr/>
          </p:nvSpPr>
          <p:spPr>
            <a:xfrm>
              <a:off x="3491862" y="4149092"/>
              <a:ext cx="1260161" cy="1260161"/>
            </a:xfrm>
            <a:prstGeom prst="ellipse">
              <a:avLst/>
            </a:prstGeom>
            <a:solidFill>
              <a:srgbClr val="CC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5" name="Google Shape;915;p2"/>
            <p:cNvSpPr/>
            <p:nvPr/>
          </p:nvSpPr>
          <p:spPr>
            <a:xfrm>
              <a:off x="2471502" y="3068954"/>
              <a:ext cx="3420437" cy="3420437"/>
            </a:xfrm>
            <a:prstGeom prst="quadArrow">
              <a:avLst>
                <a:gd fmla="val 6289" name="adj1"/>
                <a:gd fmla="val 8991" name="adj2"/>
                <a:gd fmla="val 22500" name="adj3"/>
              </a:avLst>
            </a:prstGeom>
            <a:solidFill>
              <a:srgbClr val="CC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6" name="Google Shape;916;p2"/>
            <p:cNvSpPr/>
            <p:nvPr/>
          </p:nvSpPr>
          <p:spPr>
            <a:xfrm rot="1800000">
              <a:off x="3741010" y="4611209"/>
              <a:ext cx="360046" cy="180023"/>
            </a:xfrm>
            <a:prstGeom prst="flowChartDecision">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7" name="Google Shape;917;p2"/>
            <p:cNvSpPr/>
            <p:nvPr/>
          </p:nvSpPr>
          <p:spPr>
            <a:xfrm flipH="1" rot="-1800000">
              <a:off x="4185036" y="4606794"/>
              <a:ext cx="365643" cy="183255"/>
            </a:xfrm>
            <a:prstGeom prst="flowChartDecision">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918" name="Google Shape;918;p2"/>
          <p:cNvGrpSpPr/>
          <p:nvPr/>
        </p:nvGrpSpPr>
        <p:grpSpPr>
          <a:xfrm>
            <a:off x="7305005" y="2274434"/>
            <a:ext cx="262695" cy="244407"/>
            <a:chOff x="5055594" y="250360"/>
            <a:chExt cx="2189128" cy="2036729"/>
          </a:xfrm>
        </p:grpSpPr>
        <p:sp>
          <p:nvSpPr>
            <p:cNvPr id="919" name="Google Shape;919;p2"/>
            <p:cNvSpPr/>
            <p:nvPr/>
          </p:nvSpPr>
          <p:spPr>
            <a:xfrm rot="2700000">
              <a:off x="5353866" y="548632"/>
              <a:ext cx="1440184" cy="1440184"/>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2"/>
            <p:cNvSpPr/>
            <p:nvPr/>
          </p:nvSpPr>
          <p:spPr>
            <a:xfrm rot="2700000">
              <a:off x="5365940" y="642013"/>
              <a:ext cx="1292487" cy="1253422"/>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p2"/>
            <p:cNvSpPr/>
            <p:nvPr/>
          </p:nvSpPr>
          <p:spPr>
            <a:xfrm rot="2700000">
              <a:off x="5531135" y="771195"/>
              <a:ext cx="962099" cy="1074627"/>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2" name="Google Shape;922;p2"/>
            <p:cNvSpPr/>
            <p:nvPr/>
          </p:nvSpPr>
          <p:spPr>
            <a:xfrm rot="-8100000">
              <a:off x="5506266" y="548633"/>
              <a:ext cx="1440184" cy="1440184"/>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p2"/>
            <p:cNvSpPr/>
            <p:nvPr/>
          </p:nvSpPr>
          <p:spPr>
            <a:xfrm rot="-8100000">
              <a:off x="5641889" y="642014"/>
              <a:ext cx="1292487" cy="1253422"/>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2"/>
            <p:cNvSpPr/>
            <p:nvPr/>
          </p:nvSpPr>
          <p:spPr>
            <a:xfrm rot="-8100000">
              <a:off x="5807082" y="691627"/>
              <a:ext cx="962099" cy="1074627"/>
            </a:xfrm>
            <a:prstGeom prst="arc">
              <a:avLst>
                <a:gd fmla="val 16200000" name="adj1"/>
                <a:gd fmla="val 0" name="adj2"/>
              </a:avLst>
            </a:prstGeom>
            <a:noFill/>
            <a:ln cap="flat" cmpd="sng" w="9525">
              <a:solidFill>
                <a:srgbClr val="538C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25" name="Google Shape;925;p2"/>
          <p:cNvSpPr/>
          <p:nvPr/>
        </p:nvSpPr>
        <p:spPr>
          <a:xfrm>
            <a:off x="8658855" y="2805943"/>
            <a:ext cx="180022" cy="180022"/>
          </a:xfrm>
          <a:prstGeom prst="sun">
            <a:avLst>
              <a:gd fmla="val 25000" name="adj"/>
            </a:avLst>
          </a:prstGeom>
          <a:solidFill>
            <a:schemeClr val="lt1"/>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26" name="Google Shape;926;p2"/>
          <p:cNvSpPr/>
          <p:nvPr/>
        </p:nvSpPr>
        <p:spPr>
          <a:xfrm rot="-2056143">
            <a:off x="7649949" y="5261141"/>
            <a:ext cx="155817" cy="135315"/>
          </a:xfrm>
          <a:prstGeom prst="arc">
            <a:avLst>
              <a:gd fmla="val 14296173" name="adj1"/>
              <a:gd fmla="val 669966"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7" name="Google Shape;927;p2"/>
          <p:cNvSpPr txBox="1"/>
          <p:nvPr/>
        </p:nvSpPr>
        <p:spPr>
          <a:xfrm>
            <a:off x="6769840" y="5564308"/>
            <a:ext cx="85699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Calibri"/>
                <a:ea typeface="Calibri"/>
                <a:cs typeface="Calibri"/>
                <a:sym typeface="Calibri"/>
              </a:rPr>
              <a:t>L1, 12</a:t>
            </a:r>
            <a:endParaRPr sz="1000">
              <a:solidFill>
                <a:schemeClr val="dk1"/>
              </a:solidFill>
              <a:latin typeface="Calibri"/>
              <a:ea typeface="Calibri"/>
              <a:cs typeface="Calibri"/>
              <a:sym typeface="Calibri"/>
            </a:endParaRPr>
          </a:p>
        </p:txBody>
      </p:sp>
      <p:sp>
        <p:nvSpPr>
          <p:cNvPr id="928" name="Google Shape;928;p2"/>
          <p:cNvSpPr txBox="1"/>
          <p:nvPr/>
        </p:nvSpPr>
        <p:spPr>
          <a:xfrm>
            <a:off x="6868934" y="4117533"/>
            <a:ext cx="45446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Calibri"/>
                <a:ea typeface="Calibri"/>
                <a:cs typeface="Calibri"/>
                <a:sym typeface="Calibri"/>
              </a:rPr>
              <a:t>L3, 1</a:t>
            </a:r>
            <a:endParaRPr sz="1000">
              <a:solidFill>
                <a:schemeClr val="dk1"/>
              </a:solidFill>
              <a:latin typeface="Calibri"/>
              <a:ea typeface="Calibri"/>
              <a:cs typeface="Calibri"/>
              <a:sym typeface="Calibri"/>
            </a:endParaRPr>
          </a:p>
        </p:txBody>
      </p:sp>
      <p:sp>
        <p:nvSpPr>
          <p:cNvPr id="929" name="Google Shape;929;p2"/>
          <p:cNvSpPr/>
          <p:nvPr/>
        </p:nvSpPr>
        <p:spPr>
          <a:xfrm>
            <a:off x="5043011" y="6035142"/>
            <a:ext cx="1072300" cy="656217"/>
          </a:xfrm>
          <a:custGeom>
            <a:rect b="b" l="l" r="r" t="t"/>
            <a:pathLst>
              <a:path extrusionOk="0" h="656217" w="1072300">
                <a:moveTo>
                  <a:pt x="809150" y="656217"/>
                </a:moveTo>
                <a:cubicBezTo>
                  <a:pt x="751264" y="621485"/>
                  <a:pt x="739400" y="616311"/>
                  <a:pt x="680058" y="570156"/>
                </a:cubicBezTo>
                <a:cubicBezTo>
                  <a:pt x="644033" y="542136"/>
                  <a:pt x="673825" y="550902"/>
                  <a:pt x="626270" y="527125"/>
                </a:cubicBezTo>
                <a:cubicBezTo>
                  <a:pt x="579094" y="503537"/>
                  <a:pt x="569082" y="504930"/>
                  <a:pt x="518694" y="494852"/>
                </a:cubicBezTo>
                <a:cubicBezTo>
                  <a:pt x="454148" y="498438"/>
                  <a:pt x="389459" y="500010"/>
                  <a:pt x="325056" y="505610"/>
                </a:cubicBezTo>
                <a:cubicBezTo>
                  <a:pt x="306840" y="507194"/>
                  <a:pt x="288074" y="509164"/>
                  <a:pt x="271268" y="516367"/>
                </a:cubicBezTo>
                <a:cubicBezTo>
                  <a:pt x="261945" y="520362"/>
                  <a:pt x="256924" y="530711"/>
                  <a:pt x="249752" y="537883"/>
                </a:cubicBezTo>
                <a:cubicBezTo>
                  <a:pt x="199550" y="534297"/>
                  <a:pt x="147639" y="540596"/>
                  <a:pt x="99145" y="527125"/>
                </a:cubicBezTo>
                <a:cubicBezTo>
                  <a:pt x="79600" y="521696"/>
                  <a:pt x="67905" y="500600"/>
                  <a:pt x="56115" y="484094"/>
                </a:cubicBezTo>
                <a:cubicBezTo>
                  <a:pt x="49524" y="474867"/>
                  <a:pt x="49339" y="462439"/>
                  <a:pt x="45357" y="451821"/>
                </a:cubicBezTo>
                <a:cubicBezTo>
                  <a:pt x="38577" y="433740"/>
                  <a:pt x="33423" y="414799"/>
                  <a:pt x="23842" y="398033"/>
                </a:cubicBezTo>
                <a:cubicBezTo>
                  <a:pt x="18810" y="389227"/>
                  <a:pt x="9498" y="383690"/>
                  <a:pt x="2326" y="376518"/>
                </a:cubicBezTo>
                <a:cubicBezTo>
                  <a:pt x="5912" y="337073"/>
                  <a:pt x="0" y="295568"/>
                  <a:pt x="13084" y="258184"/>
                </a:cubicBezTo>
                <a:cubicBezTo>
                  <a:pt x="25897" y="221574"/>
                  <a:pt x="56115" y="193638"/>
                  <a:pt x="77630" y="161365"/>
                </a:cubicBezTo>
                <a:cubicBezTo>
                  <a:pt x="93771" y="137154"/>
                  <a:pt x="116088" y="99105"/>
                  <a:pt x="142176" y="86061"/>
                </a:cubicBezTo>
                <a:lnTo>
                  <a:pt x="185206" y="64546"/>
                </a:lnTo>
                <a:cubicBezTo>
                  <a:pt x="192378" y="53788"/>
                  <a:pt x="196626" y="40350"/>
                  <a:pt x="206722" y="32273"/>
                </a:cubicBezTo>
                <a:cubicBezTo>
                  <a:pt x="215577" y="25189"/>
                  <a:pt x="229271" y="27350"/>
                  <a:pt x="238995" y="21516"/>
                </a:cubicBezTo>
                <a:cubicBezTo>
                  <a:pt x="247692" y="16298"/>
                  <a:pt x="253338" y="7172"/>
                  <a:pt x="260510" y="0"/>
                </a:cubicBezTo>
                <a:cubicBezTo>
                  <a:pt x="271268" y="3586"/>
                  <a:pt x="283928" y="3674"/>
                  <a:pt x="292783" y="10758"/>
                </a:cubicBezTo>
                <a:cubicBezTo>
                  <a:pt x="302879" y="18835"/>
                  <a:pt x="306221" y="32935"/>
                  <a:pt x="314298" y="43031"/>
                </a:cubicBezTo>
                <a:cubicBezTo>
                  <a:pt x="320634" y="50951"/>
                  <a:pt x="328642" y="57374"/>
                  <a:pt x="335814" y="64546"/>
                </a:cubicBezTo>
                <a:cubicBezTo>
                  <a:pt x="356756" y="127375"/>
                  <a:pt x="330185" y="69675"/>
                  <a:pt x="378844" y="118334"/>
                </a:cubicBezTo>
                <a:cubicBezTo>
                  <a:pt x="387986" y="127476"/>
                  <a:pt x="391217" y="141465"/>
                  <a:pt x="400359" y="150607"/>
                </a:cubicBezTo>
                <a:cubicBezTo>
                  <a:pt x="409501" y="159749"/>
                  <a:pt x="422902" y="163609"/>
                  <a:pt x="432632" y="172123"/>
                </a:cubicBezTo>
                <a:cubicBezTo>
                  <a:pt x="451714" y="188820"/>
                  <a:pt x="465323" y="211846"/>
                  <a:pt x="486421" y="225911"/>
                </a:cubicBezTo>
                <a:cubicBezTo>
                  <a:pt x="497179" y="233083"/>
                  <a:pt x="507130" y="241644"/>
                  <a:pt x="518694" y="247426"/>
                </a:cubicBezTo>
                <a:cubicBezTo>
                  <a:pt x="528836" y="252497"/>
                  <a:pt x="539649" y="257477"/>
                  <a:pt x="550966" y="258184"/>
                </a:cubicBezTo>
                <a:cubicBezTo>
                  <a:pt x="654816" y="264675"/>
                  <a:pt x="758947" y="265355"/>
                  <a:pt x="862938" y="268941"/>
                </a:cubicBezTo>
                <a:cubicBezTo>
                  <a:pt x="873696" y="272527"/>
                  <a:pt x="884308" y="276584"/>
                  <a:pt x="895211" y="279699"/>
                </a:cubicBezTo>
                <a:cubicBezTo>
                  <a:pt x="909427" y="283761"/>
                  <a:pt x="924652" y="284633"/>
                  <a:pt x="938242" y="290457"/>
                </a:cubicBezTo>
                <a:cubicBezTo>
                  <a:pt x="950126" y="295550"/>
                  <a:pt x="958951" y="306190"/>
                  <a:pt x="970515" y="311972"/>
                </a:cubicBezTo>
                <a:cubicBezTo>
                  <a:pt x="980657" y="317043"/>
                  <a:pt x="992030" y="319144"/>
                  <a:pt x="1002788" y="322730"/>
                </a:cubicBezTo>
                <a:cubicBezTo>
                  <a:pt x="1013546" y="337073"/>
                  <a:pt x="1026166" y="350193"/>
                  <a:pt x="1035061" y="365760"/>
                </a:cubicBezTo>
                <a:cubicBezTo>
                  <a:pt x="1072300" y="430929"/>
                  <a:pt x="1016981" y="369198"/>
                  <a:pt x="1067334" y="419548"/>
                </a:cubicBezTo>
                <a:cubicBezTo>
                  <a:pt x="1045677" y="506173"/>
                  <a:pt x="1072299" y="422031"/>
                  <a:pt x="1002788" y="537883"/>
                </a:cubicBezTo>
                <a:cubicBezTo>
                  <a:pt x="996954" y="547607"/>
                  <a:pt x="997101" y="560014"/>
                  <a:pt x="992030" y="570156"/>
                </a:cubicBezTo>
                <a:cubicBezTo>
                  <a:pt x="986248" y="581720"/>
                  <a:pt x="978592" y="592332"/>
                  <a:pt x="970515" y="602428"/>
                </a:cubicBezTo>
                <a:cubicBezTo>
                  <a:pt x="964179" y="610348"/>
                  <a:pt x="956171" y="616772"/>
                  <a:pt x="948999" y="623944"/>
                </a:cubicBezTo>
                <a:lnTo>
                  <a:pt x="938242" y="634701"/>
                </a:lnTo>
              </a:path>
            </a:pathLst>
          </a:custGeom>
          <a:blipFill rotWithShape="1">
            <a:blip r:embed="rId4">
              <a:alphaModFix/>
            </a:blip>
            <a:tile algn="tl" flip="none" tx="0" sx="100000" ty="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0" name="Google Shape;930;p2"/>
          <p:cNvSpPr/>
          <p:nvPr/>
        </p:nvSpPr>
        <p:spPr>
          <a:xfrm>
            <a:off x="8588661" y="1679572"/>
            <a:ext cx="90000" cy="9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rPr b="1" lang="en-GB" sz="800">
                <a:solidFill>
                  <a:schemeClr val="dk1"/>
                </a:solidFill>
                <a:latin typeface="Arial Rounded"/>
                <a:ea typeface="Arial Rounded"/>
                <a:cs typeface="Arial Rounded"/>
                <a:sym typeface="Arial Rounded"/>
              </a:rPr>
              <a:t>c</a:t>
            </a:r>
            <a:endParaRPr b="1" sz="800">
              <a:solidFill>
                <a:schemeClr val="dk1"/>
              </a:solidFill>
              <a:latin typeface="Arial Rounded"/>
              <a:ea typeface="Arial Rounded"/>
              <a:cs typeface="Arial Rounded"/>
              <a:sym typeface="Arial Rounded"/>
            </a:endParaRPr>
          </a:p>
        </p:txBody>
      </p:sp>
      <p:sp>
        <p:nvSpPr>
          <p:cNvPr id="931" name="Google Shape;931;p2"/>
          <p:cNvSpPr/>
          <p:nvPr/>
        </p:nvSpPr>
        <p:spPr>
          <a:xfrm>
            <a:off x="8371142" y="939799"/>
            <a:ext cx="319347" cy="728134"/>
          </a:xfrm>
          <a:custGeom>
            <a:rect b="b" l="l" r="r" t="t"/>
            <a:pathLst>
              <a:path extrusionOk="0" h="728134" w="319347">
                <a:moveTo>
                  <a:pt x="222525" y="728134"/>
                </a:moveTo>
                <a:cubicBezTo>
                  <a:pt x="225347" y="699912"/>
                  <a:pt x="222531" y="670539"/>
                  <a:pt x="230991" y="643467"/>
                </a:cubicBezTo>
                <a:cubicBezTo>
                  <a:pt x="237061" y="624042"/>
                  <a:pt x="253569" y="609600"/>
                  <a:pt x="264858" y="592667"/>
                </a:cubicBezTo>
                <a:cubicBezTo>
                  <a:pt x="286220" y="560624"/>
                  <a:pt x="274595" y="574463"/>
                  <a:pt x="298725" y="550334"/>
                </a:cubicBezTo>
                <a:cubicBezTo>
                  <a:pt x="311371" y="512392"/>
                  <a:pt x="319347" y="500290"/>
                  <a:pt x="298725" y="448734"/>
                </a:cubicBezTo>
                <a:cubicBezTo>
                  <a:pt x="295411" y="440448"/>
                  <a:pt x="281792" y="443089"/>
                  <a:pt x="273325" y="440267"/>
                </a:cubicBezTo>
                <a:cubicBezTo>
                  <a:pt x="242444" y="347629"/>
                  <a:pt x="294170" y="485474"/>
                  <a:pt x="239458" y="397934"/>
                </a:cubicBezTo>
                <a:cubicBezTo>
                  <a:pt x="229998" y="382798"/>
                  <a:pt x="235146" y="359755"/>
                  <a:pt x="222525" y="347134"/>
                </a:cubicBezTo>
                <a:cubicBezTo>
                  <a:pt x="216880" y="341489"/>
                  <a:pt x="210701" y="336332"/>
                  <a:pt x="205591" y="330200"/>
                </a:cubicBezTo>
                <a:cubicBezTo>
                  <a:pt x="196557" y="319360"/>
                  <a:pt x="190169" y="306312"/>
                  <a:pt x="180191" y="296334"/>
                </a:cubicBezTo>
                <a:cubicBezTo>
                  <a:pt x="172996" y="289139"/>
                  <a:pt x="162608" y="285914"/>
                  <a:pt x="154791" y="279400"/>
                </a:cubicBezTo>
                <a:cubicBezTo>
                  <a:pt x="145593" y="271735"/>
                  <a:pt x="137858" y="262467"/>
                  <a:pt x="129391" y="254000"/>
                </a:cubicBezTo>
                <a:cubicBezTo>
                  <a:pt x="126569" y="245533"/>
                  <a:pt x="124916" y="236582"/>
                  <a:pt x="120925" y="228600"/>
                </a:cubicBezTo>
                <a:cubicBezTo>
                  <a:pt x="116374" y="219498"/>
                  <a:pt x="109906" y="211480"/>
                  <a:pt x="103991" y="203200"/>
                </a:cubicBezTo>
                <a:cubicBezTo>
                  <a:pt x="93017" y="187837"/>
                  <a:pt x="77698" y="165232"/>
                  <a:pt x="61658" y="152400"/>
                </a:cubicBezTo>
                <a:cubicBezTo>
                  <a:pt x="53712" y="146043"/>
                  <a:pt x="44725" y="141111"/>
                  <a:pt x="36258" y="135467"/>
                </a:cubicBezTo>
                <a:cubicBezTo>
                  <a:pt x="30614" y="127000"/>
                  <a:pt x="25682" y="118013"/>
                  <a:pt x="19325" y="110067"/>
                </a:cubicBezTo>
                <a:cubicBezTo>
                  <a:pt x="14338" y="103834"/>
                  <a:pt x="3003" y="101093"/>
                  <a:pt x="2391" y="93134"/>
                </a:cubicBezTo>
                <a:cubicBezTo>
                  <a:pt x="0" y="62053"/>
                  <a:pt x="10858" y="0"/>
                  <a:pt x="10858" y="0"/>
                </a:cubicBezTo>
              </a:path>
            </a:pathLst>
          </a:cu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2" name="Google Shape;932;p2"/>
          <p:cNvSpPr/>
          <p:nvPr/>
        </p:nvSpPr>
        <p:spPr>
          <a:xfrm>
            <a:off x="8438872" y="931326"/>
            <a:ext cx="319347" cy="728134"/>
          </a:xfrm>
          <a:custGeom>
            <a:rect b="b" l="l" r="r" t="t"/>
            <a:pathLst>
              <a:path extrusionOk="0" h="728134" w="319347">
                <a:moveTo>
                  <a:pt x="222525" y="728134"/>
                </a:moveTo>
                <a:cubicBezTo>
                  <a:pt x="225347" y="699912"/>
                  <a:pt x="222531" y="670539"/>
                  <a:pt x="230991" y="643467"/>
                </a:cubicBezTo>
                <a:cubicBezTo>
                  <a:pt x="237061" y="624042"/>
                  <a:pt x="253569" y="609600"/>
                  <a:pt x="264858" y="592667"/>
                </a:cubicBezTo>
                <a:cubicBezTo>
                  <a:pt x="286220" y="560624"/>
                  <a:pt x="274595" y="574463"/>
                  <a:pt x="298725" y="550334"/>
                </a:cubicBezTo>
                <a:cubicBezTo>
                  <a:pt x="311371" y="512392"/>
                  <a:pt x="319347" y="500290"/>
                  <a:pt x="298725" y="448734"/>
                </a:cubicBezTo>
                <a:cubicBezTo>
                  <a:pt x="295411" y="440448"/>
                  <a:pt x="281792" y="443089"/>
                  <a:pt x="273325" y="440267"/>
                </a:cubicBezTo>
                <a:cubicBezTo>
                  <a:pt x="242444" y="347629"/>
                  <a:pt x="294170" y="485474"/>
                  <a:pt x="239458" y="397934"/>
                </a:cubicBezTo>
                <a:cubicBezTo>
                  <a:pt x="229998" y="382798"/>
                  <a:pt x="235146" y="359755"/>
                  <a:pt x="222525" y="347134"/>
                </a:cubicBezTo>
                <a:cubicBezTo>
                  <a:pt x="216880" y="341489"/>
                  <a:pt x="210701" y="336332"/>
                  <a:pt x="205591" y="330200"/>
                </a:cubicBezTo>
                <a:cubicBezTo>
                  <a:pt x="196557" y="319360"/>
                  <a:pt x="190169" y="306312"/>
                  <a:pt x="180191" y="296334"/>
                </a:cubicBezTo>
                <a:cubicBezTo>
                  <a:pt x="172996" y="289139"/>
                  <a:pt x="162608" y="285914"/>
                  <a:pt x="154791" y="279400"/>
                </a:cubicBezTo>
                <a:cubicBezTo>
                  <a:pt x="145593" y="271735"/>
                  <a:pt x="137858" y="262467"/>
                  <a:pt x="129391" y="254000"/>
                </a:cubicBezTo>
                <a:cubicBezTo>
                  <a:pt x="126569" y="245533"/>
                  <a:pt x="124916" y="236582"/>
                  <a:pt x="120925" y="228600"/>
                </a:cubicBezTo>
                <a:cubicBezTo>
                  <a:pt x="116374" y="219498"/>
                  <a:pt x="109906" y="211480"/>
                  <a:pt x="103991" y="203200"/>
                </a:cubicBezTo>
                <a:cubicBezTo>
                  <a:pt x="93017" y="187837"/>
                  <a:pt x="77698" y="165232"/>
                  <a:pt x="61658" y="152400"/>
                </a:cubicBezTo>
                <a:cubicBezTo>
                  <a:pt x="53712" y="146043"/>
                  <a:pt x="44725" y="141111"/>
                  <a:pt x="36258" y="135467"/>
                </a:cubicBezTo>
                <a:cubicBezTo>
                  <a:pt x="30614" y="127000"/>
                  <a:pt x="25682" y="118013"/>
                  <a:pt x="19325" y="110067"/>
                </a:cubicBezTo>
                <a:cubicBezTo>
                  <a:pt x="14338" y="103834"/>
                  <a:pt x="3003" y="101093"/>
                  <a:pt x="2391" y="93134"/>
                </a:cubicBezTo>
                <a:cubicBezTo>
                  <a:pt x="0" y="62053"/>
                  <a:pt x="10858" y="0"/>
                  <a:pt x="10858" y="0"/>
                </a:cubicBezTo>
              </a:path>
            </a:pathLst>
          </a:cu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3" name="Google Shape;933;p2"/>
          <p:cNvSpPr/>
          <p:nvPr/>
        </p:nvSpPr>
        <p:spPr>
          <a:xfrm rot="-5400000">
            <a:off x="8172460" y="548632"/>
            <a:ext cx="540069" cy="540069"/>
          </a:xfrm>
          <a:prstGeom prst="flowChartDisplay">
            <a:avLst/>
          </a:prstGeom>
          <a:blipFill rotWithShape="1">
            <a:blip r:embed="rId4">
              <a:alphaModFix/>
            </a:blip>
            <a:tile algn="br" flip="none" tx="0" sx="100000" ty="-6350" sy="100000"/>
          </a:blip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4" name="Google Shape;934;p2"/>
          <p:cNvSpPr/>
          <p:nvPr/>
        </p:nvSpPr>
        <p:spPr>
          <a:xfrm>
            <a:off x="8417105" y="959480"/>
            <a:ext cx="90000" cy="90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72000" lIns="91425" spcFirstLastPara="1" rIns="91425" wrap="square" tIns="45700">
            <a:noAutofit/>
          </a:bodyPr>
          <a:lstStyle/>
          <a:p>
            <a:pPr indent="0" lvl="0" marL="0" marR="0" rtl="0" algn="ctr">
              <a:spcBef>
                <a:spcPts val="0"/>
              </a:spcBef>
              <a:spcAft>
                <a:spcPts val="0"/>
              </a:spcAft>
              <a:buNone/>
            </a:pPr>
            <a:r>
              <a:t/>
            </a:r>
            <a:endParaRPr b="1" sz="800">
              <a:solidFill>
                <a:schemeClr val="dk1"/>
              </a:solidFill>
              <a:latin typeface="Arial Rounded"/>
              <a:ea typeface="Arial Rounded"/>
              <a:cs typeface="Arial Rounded"/>
              <a:sym typeface="Arial Rounded"/>
            </a:endParaRPr>
          </a:p>
        </p:txBody>
      </p:sp>
      <p:sp>
        <p:nvSpPr>
          <p:cNvPr id="935" name="Google Shape;935;p2"/>
          <p:cNvSpPr txBox="1"/>
          <p:nvPr/>
        </p:nvSpPr>
        <p:spPr>
          <a:xfrm>
            <a:off x="8320022" y="671954"/>
            <a:ext cx="2416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a:t>
            </a:r>
            <a:endParaRPr sz="1200">
              <a:solidFill>
                <a:schemeClr val="dk1"/>
              </a:solidFill>
              <a:latin typeface="Calibri"/>
              <a:ea typeface="Calibri"/>
              <a:cs typeface="Calibri"/>
              <a:sym typeface="Calibri"/>
            </a:endParaRPr>
          </a:p>
        </p:txBody>
      </p:sp>
      <p:sp>
        <p:nvSpPr>
          <p:cNvPr id="936" name="Google Shape;936;p2"/>
          <p:cNvSpPr/>
          <p:nvPr/>
        </p:nvSpPr>
        <p:spPr>
          <a:xfrm>
            <a:off x="8787888" y="1383977"/>
            <a:ext cx="68580" cy="64770"/>
          </a:xfrm>
          <a:prstGeom prst="triangle">
            <a:avLst>
              <a:gd fmla="val 50000" name="adj"/>
            </a:avLst>
          </a:prstGeom>
          <a:solidFill>
            <a:schemeClr val="lt1"/>
          </a:solidFill>
          <a:ln cap="flat" cmpd="dbl"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37" name="Google Shape;937;p2"/>
          <p:cNvGrpSpPr/>
          <p:nvPr/>
        </p:nvGrpSpPr>
        <p:grpSpPr>
          <a:xfrm>
            <a:off x="7149794" y="2758220"/>
            <a:ext cx="39600" cy="78537"/>
            <a:chOff x="9598395" y="3276133"/>
            <a:chExt cx="45719" cy="98171"/>
          </a:xfrm>
        </p:grpSpPr>
        <p:sp>
          <p:nvSpPr>
            <p:cNvPr id="938" name="Google Shape;938;p2"/>
            <p:cNvSpPr/>
            <p:nvPr/>
          </p:nvSpPr>
          <p:spPr>
            <a:xfrm>
              <a:off x="9598395" y="3276133"/>
              <a:ext cx="45719" cy="4571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39" name="Google Shape;939;p2"/>
            <p:cNvSpPr/>
            <p:nvPr/>
          </p:nvSpPr>
          <p:spPr>
            <a:xfrm>
              <a:off x="9598395" y="3290154"/>
              <a:ext cx="45719" cy="84150"/>
            </a:xfrm>
            <a:prstGeom prst="triangle">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grpSp>
        <p:nvGrpSpPr>
          <p:cNvPr id="940" name="Google Shape;940;p2"/>
          <p:cNvGrpSpPr/>
          <p:nvPr/>
        </p:nvGrpSpPr>
        <p:grpSpPr>
          <a:xfrm>
            <a:off x="7495064" y="970049"/>
            <a:ext cx="207646" cy="207646"/>
            <a:chOff x="2471502" y="3068954"/>
            <a:chExt cx="3420437" cy="3420437"/>
          </a:xfrm>
        </p:grpSpPr>
        <p:sp>
          <p:nvSpPr>
            <p:cNvPr id="941" name="Google Shape;941;p2"/>
            <p:cNvSpPr/>
            <p:nvPr/>
          </p:nvSpPr>
          <p:spPr>
            <a:xfrm>
              <a:off x="3491862" y="4149092"/>
              <a:ext cx="1260161" cy="1260161"/>
            </a:xfrm>
            <a:prstGeom prst="ellipse">
              <a:avLst/>
            </a:prstGeom>
            <a:solidFill>
              <a:srgbClr val="CC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2" name="Google Shape;942;p2"/>
            <p:cNvSpPr/>
            <p:nvPr/>
          </p:nvSpPr>
          <p:spPr>
            <a:xfrm>
              <a:off x="2471502" y="3068954"/>
              <a:ext cx="3420437" cy="3420437"/>
            </a:xfrm>
            <a:prstGeom prst="quadArrow">
              <a:avLst>
                <a:gd fmla="val 6289" name="adj1"/>
                <a:gd fmla="val 8991" name="adj2"/>
                <a:gd fmla="val 22500" name="adj3"/>
              </a:avLst>
            </a:prstGeom>
            <a:solidFill>
              <a:srgbClr val="CC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3" name="Google Shape;943;p2"/>
            <p:cNvSpPr/>
            <p:nvPr/>
          </p:nvSpPr>
          <p:spPr>
            <a:xfrm rot="1800000">
              <a:off x="3741010" y="4611209"/>
              <a:ext cx="360046" cy="180023"/>
            </a:xfrm>
            <a:prstGeom prst="flowChartDecision">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4" name="Google Shape;944;p2"/>
            <p:cNvSpPr/>
            <p:nvPr/>
          </p:nvSpPr>
          <p:spPr>
            <a:xfrm flipH="1" rot="-1800000">
              <a:off x="4185036" y="4606794"/>
              <a:ext cx="365643" cy="183255"/>
            </a:xfrm>
            <a:prstGeom prst="flowChartDecision">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945" name="Google Shape;945;p2"/>
          <p:cNvSpPr/>
          <p:nvPr/>
        </p:nvSpPr>
        <p:spPr>
          <a:xfrm>
            <a:off x="7787928" y="5367787"/>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6" name="Google Shape;946;p2"/>
          <p:cNvSpPr/>
          <p:nvPr/>
        </p:nvSpPr>
        <p:spPr>
          <a:xfrm>
            <a:off x="7965729" y="5367787"/>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7" name="Google Shape;947;p2"/>
          <p:cNvSpPr/>
          <p:nvPr/>
        </p:nvSpPr>
        <p:spPr>
          <a:xfrm>
            <a:off x="8143530" y="5367787"/>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p2"/>
          <p:cNvSpPr/>
          <p:nvPr/>
        </p:nvSpPr>
        <p:spPr>
          <a:xfrm>
            <a:off x="7786580" y="5187665"/>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9" name="Google Shape;949;p2"/>
          <p:cNvSpPr/>
          <p:nvPr/>
        </p:nvSpPr>
        <p:spPr>
          <a:xfrm>
            <a:off x="7964381" y="5187665"/>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0" name="Google Shape;950;p2"/>
          <p:cNvSpPr/>
          <p:nvPr/>
        </p:nvSpPr>
        <p:spPr>
          <a:xfrm>
            <a:off x="8142182" y="5187665"/>
            <a:ext cx="90012" cy="9001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951" name="Google Shape;951;p2"/>
          <p:cNvGrpSpPr/>
          <p:nvPr/>
        </p:nvGrpSpPr>
        <p:grpSpPr>
          <a:xfrm>
            <a:off x="8369417" y="574033"/>
            <a:ext cx="144016" cy="144016"/>
            <a:chOff x="7092280" y="908720"/>
            <a:chExt cx="144016" cy="144016"/>
          </a:xfrm>
        </p:grpSpPr>
        <p:sp>
          <p:nvSpPr>
            <p:cNvPr id="952" name="Google Shape;952;p2"/>
            <p:cNvSpPr/>
            <p:nvPr/>
          </p:nvSpPr>
          <p:spPr>
            <a:xfrm>
              <a:off x="7092280" y="908720"/>
              <a:ext cx="144016" cy="144016"/>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3" name="Google Shape;953;p2"/>
            <p:cNvSpPr/>
            <p:nvPr/>
          </p:nvSpPr>
          <p:spPr>
            <a:xfrm>
              <a:off x="7130947" y="942624"/>
              <a:ext cx="72008" cy="72008"/>
            </a:xfrm>
            <a:prstGeom prst="star5">
              <a:avLst>
                <a:gd fmla="val 19098" name="adj"/>
                <a:gd fmla="val 105146" name="hf"/>
                <a:gd fmla="val 110557" name="vf"/>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954" name="Google Shape;954;p2"/>
          <p:cNvSpPr txBox="1"/>
          <p:nvPr/>
        </p:nvSpPr>
        <p:spPr>
          <a:xfrm>
            <a:off x="7636936" y="519199"/>
            <a:ext cx="567002" cy="55399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000">
                <a:solidFill>
                  <a:schemeClr val="dk1"/>
                </a:solidFill>
                <a:latin typeface="Calibri"/>
                <a:ea typeface="Calibri"/>
                <a:cs typeface="Calibri"/>
                <a:sym typeface="Calibri"/>
              </a:rPr>
              <a:t>WORMCULT</a:t>
            </a:r>
            <a:endParaRPr/>
          </a:p>
          <a:p>
            <a:pPr indent="0" lvl="0" marL="0" marR="0" rtl="0" algn="r">
              <a:spcBef>
                <a:spcPts val="0"/>
              </a:spcBef>
              <a:spcAft>
                <a:spcPts val="0"/>
              </a:spcAft>
              <a:buNone/>
            </a:pPr>
            <a:r>
              <a:rPr lang="en-GB" sz="1000">
                <a:solidFill>
                  <a:schemeClr val="dk1"/>
                </a:solidFill>
                <a:latin typeface="Calibri"/>
                <a:ea typeface="Calibri"/>
                <a:cs typeface="Calibri"/>
                <a:sym typeface="Calibri"/>
              </a:rPr>
              <a:t>SHRINE</a:t>
            </a:r>
            <a:endParaRPr sz="1000">
              <a:solidFill>
                <a:schemeClr val="dk1"/>
              </a:solidFill>
              <a:latin typeface="Calibri"/>
              <a:ea typeface="Calibri"/>
              <a:cs typeface="Calibri"/>
              <a:sym typeface="Calibri"/>
            </a:endParaRPr>
          </a:p>
        </p:txBody>
      </p:sp>
      <p:sp>
        <p:nvSpPr>
          <p:cNvPr id="955" name="Google Shape;955;p2"/>
          <p:cNvSpPr txBox="1"/>
          <p:nvPr/>
        </p:nvSpPr>
        <p:spPr>
          <a:xfrm>
            <a:off x="6654803" y="2288732"/>
            <a:ext cx="567002"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GB" sz="1000">
                <a:solidFill>
                  <a:schemeClr val="dk1"/>
                </a:solidFill>
                <a:latin typeface="Calibri"/>
                <a:ea typeface="Calibri"/>
                <a:cs typeface="Calibri"/>
                <a:sym typeface="Calibri"/>
              </a:rPr>
              <a:t>JAIL</a:t>
            </a:r>
            <a:endParaRPr sz="1000">
              <a:solidFill>
                <a:schemeClr val="dk1"/>
              </a:solidFill>
              <a:latin typeface="Calibri"/>
              <a:ea typeface="Calibri"/>
              <a:cs typeface="Calibri"/>
              <a:sym typeface="Calibri"/>
            </a:endParaRPr>
          </a:p>
        </p:txBody>
      </p:sp>
      <p:sp>
        <p:nvSpPr>
          <p:cNvPr id="956" name="Google Shape;956;p2"/>
          <p:cNvSpPr txBox="1"/>
          <p:nvPr/>
        </p:nvSpPr>
        <p:spPr>
          <a:xfrm>
            <a:off x="7823203" y="4667866"/>
            <a:ext cx="92286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000">
                <a:solidFill>
                  <a:schemeClr val="dk1"/>
                </a:solidFill>
                <a:latin typeface="Calibri"/>
                <a:ea typeface="Calibri"/>
                <a:cs typeface="Calibri"/>
                <a:sym typeface="Calibri"/>
              </a:rPr>
              <a:t>HALL OF ONYX PILLARS</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2011-02-07T15:28:10Z</dcterms:created>
  <dc:creator/>
</cp:coreProperties>
</file>